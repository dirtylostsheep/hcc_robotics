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1"/>
    <p:restoredTop sz="94562"/>
  </p:normalViewPr>
  <p:slideViewPr>
    <p:cSldViewPr snapToGrid="0">
      <p:cViewPr varScale="1">
        <p:scale>
          <a:sx n="104" d="100"/>
          <a:sy n="104" d="100"/>
        </p:scale>
        <p:origin x="224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79DC85-1C12-42D7-9590-6063F4A1375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494CCE-E188-4780-BBC9-AB4CCA13A777}">
      <dgm:prSet/>
      <dgm:spPr/>
      <dgm:t>
        <a:bodyPr/>
        <a:lstStyle/>
        <a:p>
          <a:r>
            <a:rPr lang="en-US"/>
            <a:t>An autonomous drone that:</a:t>
          </a:r>
        </a:p>
      </dgm:t>
    </dgm:pt>
    <dgm:pt modelId="{F32A1987-6161-4B38-9F7A-CD54AFB4A57E}" type="parTrans" cxnId="{78B76FC1-11AF-4A11-8193-210D6208E302}">
      <dgm:prSet/>
      <dgm:spPr/>
      <dgm:t>
        <a:bodyPr/>
        <a:lstStyle/>
        <a:p>
          <a:endParaRPr lang="en-US"/>
        </a:p>
      </dgm:t>
    </dgm:pt>
    <dgm:pt modelId="{C03566E3-1765-4BE3-BB12-E39DD348E293}" type="sibTrans" cxnId="{78B76FC1-11AF-4A11-8193-210D6208E302}">
      <dgm:prSet/>
      <dgm:spPr/>
      <dgm:t>
        <a:bodyPr/>
        <a:lstStyle/>
        <a:p>
          <a:endParaRPr lang="en-US"/>
        </a:p>
      </dgm:t>
    </dgm:pt>
    <dgm:pt modelId="{FBED033A-C088-4736-93C3-ADE39D2F982D}">
      <dgm:prSet/>
      <dgm:spPr/>
      <dgm:t>
        <a:bodyPr/>
        <a:lstStyle/>
        <a:p>
          <a:r>
            <a:rPr lang="en-US"/>
            <a:t>Navigates using computer vision + sensors</a:t>
          </a:r>
        </a:p>
      </dgm:t>
    </dgm:pt>
    <dgm:pt modelId="{4B45BB57-B695-42EA-ACF9-134269401A11}" type="parTrans" cxnId="{C806AEE6-FBC1-4F6D-A8C2-03A6E1EE2E66}">
      <dgm:prSet/>
      <dgm:spPr/>
      <dgm:t>
        <a:bodyPr/>
        <a:lstStyle/>
        <a:p>
          <a:endParaRPr lang="en-US"/>
        </a:p>
      </dgm:t>
    </dgm:pt>
    <dgm:pt modelId="{62772A84-5D3A-4A2B-AC2B-47A07AD81CE1}" type="sibTrans" cxnId="{C806AEE6-FBC1-4F6D-A8C2-03A6E1EE2E66}">
      <dgm:prSet/>
      <dgm:spPr/>
      <dgm:t>
        <a:bodyPr/>
        <a:lstStyle/>
        <a:p>
          <a:endParaRPr lang="en-US"/>
        </a:p>
      </dgm:t>
    </dgm:pt>
    <dgm:pt modelId="{8CBE3038-8031-48E2-A9A1-D60955193F38}">
      <dgm:prSet/>
      <dgm:spPr/>
      <dgm:t>
        <a:bodyPr/>
        <a:lstStyle/>
        <a:p>
          <a:r>
            <a:rPr lang="en-US"/>
            <a:t>Detects and reads license plates in real time</a:t>
          </a:r>
        </a:p>
      </dgm:t>
    </dgm:pt>
    <dgm:pt modelId="{79354678-775C-47E1-99A7-9474D076AC21}" type="parTrans" cxnId="{A06B9D99-4D7B-4F11-9ED3-CE8B50164003}">
      <dgm:prSet/>
      <dgm:spPr/>
      <dgm:t>
        <a:bodyPr/>
        <a:lstStyle/>
        <a:p>
          <a:endParaRPr lang="en-US"/>
        </a:p>
      </dgm:t>
    </dgm:pt>
    <dgm:pt modelId="{332BBB2B-1764-43BE-930E-C1CD9A182F7C}" type="sibTrans" cxnId="{A06B9D99-4D7B-4F11-9ED3-CE8B50164003}">
      <dgm:prSet/>
      <dgm:spPr/>
      <dgm:t>
        <a:bodyPr/>
        <a:lstStyle/>
        <a:p>
          <a:endParaRPr lang="en-US"/>
        </a:p>
      </dgm:t>
    </dgm:pt>
    <dgm:pt modelId="{D8A944F7-CBD9-4C6B-AF25-9435D7BA3A06}">
      <dgm:prSet/>
      <dgm:spPr/>
      <dgm:t>
        <a:bodyPr/>
        <a:lstStyle/>
        <a:p>
          <a:r>
            <a:rPr lang="en-US"/>
            <a:t>Can adapt to environment without constant input</a:t>
          </a:r>
        </a:p>
      </dgm:t>
    </dgm:pt>
    <dgm:pt modelId="{FCFE0E53-8086-4484-AE68-A3FC49426160}" type="parTrans" cxnId="{70942FDB-1EBD-419F-BF5A-A13E1E3BF3F9}">
      <dgm:prSet/>
      <dgm:spPr/>
      <dgm:t>
        <a:bodyPr/>
        <a:lstStyle/>
        <a:p>
          <a:endParaRPr lang="en-US"/>
        </a:p>
      </dgm:t>
    </dgm:pt>
    <dgm:pt modelId="{7565B6C5-11E3-4166-903F-6E438902EA46}" type="sibTrans" cxnId="{70942FDB-1EBD-419F-BF5A-A13E1E3BF3F9}">
      <dgm:prSet/>
      <dgm:spPr/>
      <dgm:t>
        <a:bodyPr/>
        <a:lstStyle/>
        <a:p>
          <a:endParaRPr lang="en-US"/>
        </a:p>
      </dgm:t>
    </dgm:pt>
    <dgm:pt modelId="{FB27AD76-043F-4188-9D5D-9BBE63DB5E1D}" type="pres">
      <dgm:prSet presAssocID="{3C79DC85-1C12-42D7-9590-6063F4A13759}" presName="root" presStyleCnt="0">
        <dgm:presLayoutVars>
          <dgm:dir/>
          <dgm:resizeHandles val="exact"/>
        </dgm:presLayoutVars>
      </dgm:prSet>
      <dgm:spPr/>
    </dgm:pt>
    <dgm:pt modelId="{B0312676-32E6-48ED-AB9C-DFB303BABC70}" type="pres">
      <dgm:prSet presAssocID="{2D494CCE-E188-4780-BBC9-AB4CCA13A777}" presName="compNode" presStyleCnt="0"/>
      <dgm:spPr/>
    </dgm:pt>
    <dgm:pt modelId="{F963BA15-E3C7-4464-A43C-8AB714260A5D}" type="pres">
      <dgm:prSet presAssocID="{2D494CCE-E188-4780-BBC9-AB4CCA13A7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0903AB1-82D7-4A4E-B348-B5B4DED6B895}" type="pres">
      <dgm:prSet presAssocID="{2D494CCE-E188-4780-BBC9-AB4CCA13A777}" presName="spaceRect" presStyleCnt="0"/>
      <dgm:spPr/>
    </dgm:pt>
    <dgm:pt modelId="{2A812617-A945-4154-B581-6082AFCACE46}" type="pres">
      <dgm:prSet presAssocID="{2D494CCE-E188-4780-BBC9-AB4CCA13A777}" presName="textRect" presStyleLbl="revTx" presStyleIdx="0" presStyleCnt="4">
        <dgm:presLayoutVars>
          <dgm:chMax val="1"/>
          <dgm:chPref val="1"/>
        </dgm:presLayoutVars>
      </dgm:prSet>
      <dgm:spPr/>
    </dgm:pt>
    <dgm:pt modelId="{6BF674BC-5195-4AA0-9283-1B45758A80EB}" type="pres">
      <dgm:prSet presAssocID="{C03566E3-1765-4BE3-BB12-E39DD348E293}" presName="sibTrans" presStyleCnt="0"/>
      <dgm:spPr/>
    </dgm:pt>
    <dgm:pt modelId="{2A45CF9E-5D67-45FC-9CA7-75A53F3B5DAD}" type="pres">
      <dgm:prSet presAssocID="{FBED033A-C088-4736-93C3-ADE39D2F982D}" presName="compNode" presStyleCnt="0"/>
      <dgm:spPr/>
    </dgm:pt>
    <dgm:pt modelId="{FD394938-E9F9-4F1D-B55E-C88DBC82F14D}" type="pres">
      <dgm:prSet presAssocID="{FBED033A-C088-4736-93C3-ADE39D2F98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5F533591-9BE3-4FC0-BA2A-12544F648761}" type="pres">
      <dgm:prSet presAssocID="{FBED033A-C088-4736-93C3-ADE39D2F982D}" presName="spaceRect" presStyleCnt="0"/>
      <dgm:spPr/>
    </dgm:pt>
    <dgm:pt modelId="{311782F1-2111-4500-A5E4-4302F0ACB9CA}" type="pres">
      <dgm:prSet presAssocID="{FBED033A-C088-4736-93C3-ADE39D2F982D}" presName="textRect" presStyleLbl="revTx" presStyleIdx="1" presStyleCnt="4">
        <dgm:presLayoutVars>
          <dgm:chMax val="1"/>
          <dgm:chPref val="1"/>
        </dgm:presLayoutVars>
      </dgm:prSet>
      <dgm:spPr/>
    </dgm:pt>
    <dgm:pt modelId="{67CC11C6-D712-4512-9982-A669B3E52533}" type="pres">
      <dgm:prSet presAssocID="{62772A84-5D3A-4A2B-AC2B-47A07AD81CE1}" presName="sibTrans" presStyleCnt="0"/>
      <dgm:spPr/>
    </dgm:pt>
    <dgm:pt modelId="{3924D1FC-B8C1-40F8-B574-3D197B9CBF8E}" type="pres">
      <dgm:prSet presAssocID="{8CBE3038-8031-48E2-A9A1-D60955193F38}" presName="compNode" presStyleCnt="0"/>
      <dgm:spPr/>
    </dgm:pt>
    <dgm:pt modelId="{E145621A-E923-4CE1-AEBD-8E4A87330EA9}" type="pres">
      <dgm:prSet presAssocID="{8CBE3038-8031-48E2-A9A1-D60955193F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6D55E11-BC6A-4658-A86D-5A1077984AE4}" type="pres">
      <dgm:prSet presAssocID="{8CBE3038-8031-48E2-A9A1-D60955193F38}" presName="spaceRect" presStyleCnt="0"/>
      <dgm:spPr/>
    </dgm:pt>
    <dgm:pt modelId="{E0DFB2D4-1E39-4278-A924-99730A4ECFC1}" type="pres">
      <dgm:prSet presAssocID="{8CBE3038-8031-48E2-A9A1-D60955193F38}" presName="textRect" presStyleLbl="revTx" presStyleIdx="2" presStyleCnt="4">
        <dgm:presLayoutVars>
          <dgm:chMax val="1"/>
          <dgm:chPref val="1"/>
        </dgm:presLayoutVars>
      </dgm:prSet>
      <dgm:spPr/>
    </dgm:pt>
    <dgm:pt modelId="{56C56A6B-1EF0-4C95-8AFF-29CA3FE3B4CE}" type="pres">
      <dgm:prSet presAssocID="{332BBB2B-1764-43BE-930E-C1CD9A182F7C}" presName="sibTrans" presStyleCnt="0"/>
      <dgm:spPr/>
    </dgm:pt>
    <dgm:pt modelId="{FDDFB513-1935-4962-B400-C5D3109C062A}" type="pres">
      <dgm:prSet presAssocID="{D8A944F7-CBD9-4C6B-AF25-9435D7BA3A06}" presName="compNode" presStyleCnt="0"/>
      <dgm:spPr/>
    </dgm:pt>
    <dgm:pt modelId="{BE207180-464F-40D9-9BE4-BF6EDBBEAA81}" type="pres">
      <dgm:prSet presAssocID="{D8A944F7-CBD9-4C6B-AF25-9435D7BA3A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FF29813-FA01-4E61-B2A7-4BCF70594A53}" type="pres">
      <dgm:prSet presAssocID="{D8A944F7-CBD9-4C6B-AF25-9435D7BA3A06}" presName="spaceRect" presStyleCnt="0"/>
      <dgm:spPr/>
    </dgm:pt>
    <dgm:pt modelId="{70D12753-8022-41B4-8E2C-DBEB9B337C49}" type="pres">
      <dgm:prSet presAssocID="{D8A944F7-CBD9-4C6B-AF25-9435D7BA3A0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7E8E4E-DA1B-446E-B1A0-4CE98CE22123}" type="presOf" srcId="{FBED033A-C088-4736-93C3-ADE39D2F982D}" destId="{311782F1-2111-4500-A5E4-4302F0ACB9CA}" srcOrd="0" destOrd="0" presId="urn:microsoft.com/office/officeart/2018/2/layout/IconLabelList"/>
    <dgm:cxn modelId="{D4745586-E56A-4F76-845B-E84D3C3752BB}" type="presOf" srcId="{8CBE3038-8031-48E2-A9A1-D60955193F38}" destId="{E0DFB2D4-1E39-4278-A924-99730A4ECFC1}" srcOrd="0" destOrd="0" presId="urn:microsoft.com/office/officeart/2018/2/layout/IconLabelList"/>
    <dgm:cxn modelId="{A06B9D99-4D7B-4F11-9ED3-CE8B50164003}" srcId="{3C79DC85-1C12-42D7-9590-6063F4A13759}" destId="{8CBE3038-8031-48E2-A9A1-D60955193F38}" srcOrd="2" destOrd="0" parTransId="{79354678-775C-47E1-99A7-9474D076AC21}" sibTransId="{332BBB2B-1764-43BE-930E-C1CD9A182F7C}"/>
    <dgm:cxn modelId="{78B76FC1-11AF-4A11-8193-210D6208E302}" srcId="{3C79DC85-1C12-42D7-9590-6063F4A13759}" destId="{2D494CCE-E188-4780-BBC9-AB4CCA13A777}" srcOrd="0" destOrd="0" parTransId="{F32A1987-6161-4B38-9F7A-CD54AFB4A57E}" sibTransId="{C03566E3-1765-4BE3-BB12-E39DD348E293}"/>
    <dgm:cxn modelId="{70942FDB-1EBD-419F-BF5A-A13E1E3BF3F9}" srcId="{3C79DC85-1C12-42D7-9590-6063F4A13759}" destId="{D8A944F7-CBD9-4C6B-AF25-9435D7BA3A06}" srcOrd="3" destOrd="0" parTransId="{FCFE0E53-8086-4484-AE68-A3FC49426160}" sibTransId="{7565B6C5-11E3-4166-903F-6E438902EA46}"/>
    <dgm:cxn modelId="{C806AEE6-FBC1-4F6D-A8C2-03A6E1EE2E66}" srcId="{3C79DC85-1C12-42D7-9590-6063F4A13759}" destId="{FBED033A-C088-4736-93C3-ADE39D2F982D}" srcOrd="1" destOrd="0" parTransId="{4B45BB57-B695-42EA-ACF9-134269401A11}" sibTransId="{62772A84-5D3A-4A2B-AC2B-47A07AD81CE1}"/>
    <dgm:cxn modelId="{473B52EA-D634-4191-8F52-DF69BED74E26}" type="presOf" srcId="{2D494CCE-E188-4780-BBC9-AB4CCA13A777}" destId="{2A812617-A945-4154-B581-6082AFCACE46}" srcOrd="0" destOrd="0" presId="urn:microsoft.com/office/officeart/2018/2/layout/IconLabelList"/>
    <dgm:cxn modelId="{3A4349FA-3928-4D9E-B8A4-8332660B8D72}" type="presOf" srcId="{D8A944F7-CBD9-4C6B-AF25-9435D7BA3A06}" destId="{70D12753-8022-41B4-8E2C-DBEB9B337C49}" srcOrd="0" destOrd="0" presId="urn:microsoft.com/office/officeart/2018/2/layout/IconLabelList"/>
    <dgm:cxn modelId="{6B3BC4FC-DCB1-458F-A327-64D053D131AA}" type="presOf" srcId="{3C79DC85-1C12-42D7-9590-6063F4A13759}" destId="{FB27AD76-043F-4188-9D5D-9BBE63DB5E1D}" srcOrd="0" destOrd="0" presId="urn:microsoft.com/office/officeart/2018/2/layout/IconLabelList"/>
    <dgm:cxn modelId="{678DB519-0203-4E29-8D85-900685D89DD3}" type="presParOf" srcId="{FB27AD76-043F-4188-9D5D-9BBE63DB5E1D}" destId="{B0312676-32E6-48ED-AB9C-DFB303BABC70}" srcOrd="0" destOrd="0" presId="urn:microsoft.com/office/officeart/2018/2/layout/IconLabelList"/>
    <dgm:cxn modelId="{6E7E9D7F-A598-4653-B91D-02493B9C7A4E}" type="presParOf" srcId="{B0312676-32E6-48ED-AB9C-DFB303BABC70}" destId="{F963BA15-E3C7-4464-A43C-8AB714260A5D}" srcOrd="0" destOrd="0" presId="urn:microsoft.com/office/officeart/2018/2/layout/IconLabelList"/>
    <dgm:cxn modelId="{862E3741-7104-49D3-9473-456B8A98419C}" type="presParOf" srcId="{B0312676-32E6-48ED-AB9C-DFB303BABC70}" destId="{D0903AB1-82D7-4A4E-B348-B5B4DED6B895}" srcOrd="1" destOrd="0" presId="urn:microsoft.com/office/officeart/2018/2/layout/IconLabelList"/>
    <dgm:cxn modelId="{CBCB321A-7307-4B0F-9657-F7DF06277ECC}" type="presParOf" srcId="{B0312676-32E6-48ED-AB9C-DFB303BABC70}" destId="{2A812617-A945-4154-B581-6082AFCACE46}" srcOrd="2" destOrd="0" presId="urn:microsoft.com/office/officeart/2018/2/layout/IconLabelList"/>
    <dgm:cxn modelId="{72CD68FC-B88C-4A56-8D82-3F840F2CBDD1}" type="presParOf" srcId="{FB27AD76-043F-4188-9D5D-9BBE63DB5E1D}" destId="{6BF674BC-5195-4AA0-9283-1B45758A80EB}" srcOrd="1" destOrd="0" presId="urn:microsoft.com/office/officeart/2018/2/layout/IconLabelList"/>
    <dgm:cxn modelId="{9CA00B20-5D69-4F97-B0D9-92A7FCB0269B}" type="presParOf" srcId="{FB27AD76-043F-4188-9D5D-9BBE63DB5E1D}" destId="{2A45CF9E-5D67-45FC-9CA7-75A53F3B5DAD}" srcOrd="2" destOrd="0" presId="urn:microsoft.com/office/officeart/2018/2/layout/IconLabelList"/>
    <dgm:cxn modelId="{CE80A371-B16D-419F-ACC7-1403C9BC8343}" type="presParOf" srcId="{2A45CF9E-5D67-45FC-9CA7-75A53F3B5DAD}" destId="{FD394938-E9F9-4F1D-B55E-C88DBC82F14D}" srcOrd="0" destOrd="0" presId="urn:microsoft.com/office/officeart/2018/2/layout/IconLabelList"/>
    <dgm:cxn modelId="{20650634-ABDC-4D95-B784-D9C52097578A}" type="presParOf" srcId="{2A45CF9E-5D67-45FC-9CA7-75A53F3B5DAD}" destId="{5F533591-9BE3-4FC0-BA2A-12544F648761}" srcOrd="1" destOrd="0" presId="urn:microsoft.com/office/officeart/2018/2/layout/IconLabelList"/>
    <dgm:cxn modelId="{C90BBAB3-D49B-4A52-A3A3-C7E838C98EE4}" type="presParOf" srcId="{2A45CF9E-5D67-45FC-9CA7-75A53F3B5DAD}" destId="{311782F1-2111-4500-A5E4-4302F0ACB9CA}" srcOrd="2" destOrd="0" presId="urn:microsoft.com/office/officeart/2018/2/layout/IconLabelList"/>
    <dgm:cxn modelId="{B1658BCC-9889-4684-87D2-68A1C30CBC55}" type="presParOf" srcId="{FB27AD76-043F-4188-9D5D-9BBE63DB5E1D}" destId="{67CC11C6-D712-4512-9982-A669B3E52533}" srcOrd="3" destOrd="0" presId="urn:microsoft.com/office/officeart/2018/2/layout/IconLabelList"/>
    <dgm:cxn modelId="{CA87F6EF-2080-4346-A6FB-9E537D2497E3}" type="presParOf" srcId="{FB27AD76-043F-4188-9D5D-9BBE63DB5E1D}" destId="{3924D1FC-B8C1-40F8-B574-3D197B9CBF8E}" srcOrd="4" destOrd="0" presId="urn:microsoft.com/office/officeart/2018/2/layout/IconLabelList"/>
    <dgm:cxn modelId="{8364CA88-8298-45B4-8ED4-96D63FF68A89}" type="presParOf" srcId="{3924D1FC-B8C1-40F8-B574-3D197B9CBF8E}" destId="{E145621A-E923-4CE1-AEBD-8E4A87330EA9}" srcOrd="0" destOrd="0" presId="urn:microsoft.com/office/officeart/2018/2/layout/IconLabelList"/>
    <dgm:cxn modelId="{1DE1C463-EA7E-48F8-8472-F98B383BB621}" type="presParOf" srcId="{3924D1FC-B8C1-40F8-B574-3D197B9CBF8E}" destId="{46D55E11-BC6A-4658-A86D-5A1077984AE4}" srcOrd="1" destOrd="0" presId="urn:microsoft.com/office/officeart/2018/2/layout/IconLabelList"/>
    <dgm:cxn modelId="{D0ECB557-B850-4DC5-B8ED-D50F53230654}" type="presParOf" srcId="{3924D1FC-B8C1-40F8-B574-3D197B9CBF8E}" destId="{E0DFB2D4-1E39-4278-A924-99730A4ECFC1}" srcOrd="2" destOrd="0" presId="urn:microsoft.com/office/officeart/2018/2/layout/IconLabelList"/>
    <dgm:cxn modelId="{3AF0AB41-B0B6-40C8-A3EA-63705015D16A}" type="presParOf" srcId="{FB27AD76-043F-4188-9D5D-9BBE63DB5E1D}" destId="{56C56A6B-1EF0-4C95-8AFF-29CA3FE3B4CE}" srcOrd="5" destOrd="0" presId="urn:microsoft.com/office/officeart/2018/2/layout/IconLabelList"/>
    <dgm:cxn modelId="{14125CAE-1F3A-49C9-BBFA-36C5BC267E7B}" type="presParOf" srcId="{FB27AD76-043F-4188-9D5D-9BBE63DB5E1D}" destId="{FDDFB513-1935-4962-B400-C5D3109C062A}" srcOrd="6" destOrd="0" presId="urn:microsoft.com/office/officeart/2018/2/layout/IconLabelList"/>
    <dgm:cxn modelId="{EE5B3218-8C12-441C-839F-43027057863D}" type="presParOf" srcId="{FDDFB513-1935-4962-B400-C5D3109C062A}" destId="{BE207180-464F-40D9-9BE4-BF6EDBBEAA81}" srcOrd="0" destOrd="0" presId="urn:microsoft.com/office/officeart/2018/2/layout/IconLabelList"/>
    <dgm:cxn modelId="{9E0C4909-ED04-44E5-92D8-8CB8A447A2C1}" type="presParOf" srcId="{FDDFB513-1935-4962-B400-C5D3109C062A}" destId="{6FF29813-FA01-4E61-B2A7-4BCF70594A53}" srcOrd="1" destOrd="0" presId="urn:microsoft.com/office/officeart/2018/2/layout/IconLabelList"/>
    <dgm:cxn modelId="{2E7D0C48-436A-4FF7-89A5-88F500ABA064}" type="presParOf" srcId="{FDDFB513-1935-4962-B400-C5D3109C062A}" destId="{70D12753-8022-41B4-8E2C-DBEB9B337C4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D94143-421D-4802-9819-E966248CCBE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09F8063C-ADEE-4119-8720-AFC5C31ACAF9}">
      <dgm:prSet/>
      <dgm:spPr/>
      <dgm:t>
        <a:bodyPr/>
        <a:lstStyle/>
        <a:p>
          <a:pPr>
            <a:defRPr b="1"/>
          </a:pPr>
          <a:r>
            <a:rPr lang="en-US" b="1"/>
            <a:t>3 Main Layers:</a:t>
          </a:r>
          <a:endParaRPr lang="en-US"/>
        </a:p>
      </dgm:t>
    </dgm:pt>
    <dgm:pt modelId="{B9EBA1AE-536E-48A3-8115-617C0A2CAE5D}" type="parTrans" cxnId="{13CE2D99-C041-4913-A5DA-AE0895F03D3F}">
      <dgm:prSet/>
      <dgm:spPr/>
      <dgm:t>
        <a:bodyPr/>
        <a:lstStyle/>
        <a:p>
          <a:endParaRPr lang="en-US"/>
        </a:p>
      </dgm:t>
    </dgm:pt>
    <dgm:pt modelId="{153AFFE4-D524-4421-9095-7CAD159488E0}" type="sibTrans" cxnId="{13CE2D99-C041-4913-A5DA-AE0895F03D3F}">
      <dgm:prSet/>
      <dgm:spPr/>
      <dgm:t>
        <a:bodyPr/>
        <a:lstStyle/>
        <a:p>
          <a:endParaRPr lang="en-US"/>
        </a:p>
      </dgm:t>
    </dgm:pt>
    <dgm:pt modelId="{790CA7E5-19EE-4E89-B0CE-33497D91C771}">
      <dgm:prSet/>
      <dgm:spPr/>
      <dgm:t>
        <a:bodyPr/>
        <a:lstStyle/>
        <a:p>
          <a:pPr>
            <a:defRPr b="1"/>
          </a:pPr>
          <a:r>
            <a:rPr lang="en-US" b="1"/>
            <a:t>Flight Control System</a:t>
          </a:r>
          <a:endParaRPr lang="en-US"/>
        </a:p>
      </dgm:t>
    </dgm:pt>
    <dgm:pt modelId="{C6CD96EF-BDDF-4CD8-8AC0-2BA22490C809}" type="parTrans" cxnId="{8F5B680F-C1C8-4FBE-B46B-C73398324F88}">
      <dgm:prSet/>
      <dgm:spPr/>
      <dgm:t>
        <a:bodyPr/>
        <a:lstStyle/>
        <a:p>
          <a:endParaRPr lang="en-US"/>
        </a:p>
      </dgm:t>
    </dgm:pt>
    <dgm:pt modelId="{1072917D-3CBF-446D-A02F-146553D61B3B}" type="sibTrans" cxnId="{8F5B680F-C1C8-4FBE-B46B-C73398324F88}">
      <dgm:prSet/>
      <dgm:spPr/>
      <dgm:t>
        <a:bodyPr/>
        <a:lstStyle/>
        <a:p>
          <a:endParaRPr lang="en-US"/>
        </a:p>
      </dgm:t>
    </dgm:pt>
    <dgm:pt modelId="{FF7F26A3-F1CF-4308-9EED-4741024781BC}">
      <dgm:prSet/>
      <dgm:spPr/>
      <dgm:t>
        <a:bodyPr/>
        <a:lstStyle/>
        <a:p>
          <a:r>
            <a:rPr lang="en-US"/>
            <a:t>Stabilization + movement</a:t>
          </a:r>
        </a:p>
      </dgm:t>
    </dgm:pt>
    <dgm:pt modelId="{4CE73CBB-5A5F-4389-8919-83ED90E1E17A}" type="parTrans" cxnId="{632F3842-9E92-4480-ACBE-3BEC51EF2283}">
      <dgm:prSet/>
      <dgm:spPr/>
      <dgm:t>
        <a:bodyPr/>
        <a:lstStyle/>
        <a:p>
          <a:endParaRPr lang="en-US"/>
        </a:p>
      </dgm:t>
    </dgm:pt>
    <dgm:pt modelId="{B2E414FE-2969-445A-83E3-19B354C5082E}" type="sibTrans" cxnId="{632F3842-9E92-4480-ACBE-3BEC51EF2283}">
      <dgm:prSet/>
      <dgm:spPr/>
      <dgm:t>
        <a:bodyPr/>
        <a:lstStyle/>
        <a:p>
          <a:endParaRPr lang="en-US"/>
        </a:p>
      </dgm:t>
    </dgm:pt>
    <dgm:pt modelId="{B7903C74-F393-4BA5-9684-F3416A5D0DAD}">
      <dgm:prSet/>
      <dgm:spPr/>
      <dgm:t>
        <a:bodyPr/>
        <a:lstStyle/>
        <a:p>
          <a:pPr>
            <a:defRPr b="1"/>
          </a:pPr>
          <a:r>
            <a:rPr lang="en-US" b="1"/>
            <a:t>Computer Vision System</a:t>
          </a:r>
          <a:endParaRPr lang="en-US"/>
        </a:p>
      </dgm:t>
    </dgm:pt>
    <dgm:pt modelId="{C2F596E8-F716-4AFE-8CCF-AB2A4D3A0E51}" type="parTrans" cxnId="{80160AB5-A14A-4C08-A92F-FC44D1B7F584}">
      <dgm:prSet/>
      <dgm:spPr/>
      <dgm:t>
        <a:bodyPr/>
        <a:lstStyle/>
        <a:p>
          <a:endParaRPr lang="en-US"/>
        </a:p>
      </dgm:t>
    </dgm:pt>
    <dgm:pt modelId="{07A122DA-1745-4198-BC44-5C7448767B34}" type="sibTrans" cxnId="{80160AB5-A14A-4C08-A92F-FC44D1B7F584}">
      <dgm:prSet/>
      <dgm:spPr/>
      <dgm:t>
        <a:bodyPr/>
        <a:lstStyle/>
        <a:p>
          <a:endParaRPr lang="en-US"/>
        </a:p>
      </dgm:t>
    </dgm:pt>
    <dgm:pt modelId="{D0B716D4-A1F7-4B94-BF7E-1147441A0517}">
      <dgm:prSet/>
      <dgm:spPr/>
      <dgm:t>
        <a:bodyPr/>
        <a:lstStyle/>
        <a:p>
          <a:r>
            <a:rPr lang="en-US"/>
            <a:t>Detection + decision making</a:t>
          </a:r>
        </a:p>
      </dgm:t>
    </dgm:pt>
    <dgm:pt modelId="{B4559F29-5EC9-4999-8E8E-731E4610DD25}" type="parTrans" cxnId="{287EEA7C-AF76-4B12-98DA-E32802CFDE1E}">
      <dgm:prSet/>
      <dgm:spPr/>
      <dgm:t>
        <a:bodyPr/>
        <a:lstStyle/>
        <a:p>
          <a:endParaRPr lang="en-US"/>
        </a:p>
      </dgm:t>
    </dgm:pt>
    <dgm:pt modelId="{B15594F6-17B4-42C1-BCA5-9054AF10ADB3}" type="sibTrans" cxnId="{287EEA7C-AF76-4B12-98DA-E32802CFDE1E}">
      <dgm:prSet/>
      <dgm:spPr/>
      <dgm:t>
        <a:bodyPr/>
        <a:lstStyle/>
        <a:p>
          <a:endParaRPr lang="en-US"/>
        </a:p>
      </dgm:t>
    </dgm:pt>
    <dgm:pt modelId="{2C54C252-CA38-4F19-8D3C-8CFDB2F68CD3}">
      <dgm:prSet/>
      <dgm:spPr/>
      <dgm:t>
        <a:bodyPr/>
        <a:lstStyle/>
        <a:p>
          <a:pPr>
            <a:defRPr b="1"/>
          </a:pPr>
          <a:r>
            <a:rPr lang="en-US" b="1"/>
            <a:t>Navigation System</a:t>
          </a:r>
          <a:endParaRPr lang="en-US"/>
        </a:p>
      </dgm:t>
    </dgm:pt>
    <dgm:pt modelId="{1478C191-2952-40AE-9842-2F017F440B1D}" type="parTrans" cxnId="{FA5D9A43-81BD-4D53-A329-B2E0DC825569}">
      <dgm:prSet/>
      <dgm:spPr/>
      <dgm:t>
        <a:bodyPr/>
        <a:lstStyle/>
        <a:p>
          <a:endParaRPr lang="en-US"/>
        </a:p>
      </dgm:t>
    </dgm:pt>
    <dgm:pt modelId="{CDE47613-3F4D-4B5B-9116-492A1496CAEF}" type="sibTrans" cxnId="{FA5D9A43-81BD-4D53-A329-B2E0DC825569}">
      <dgm:prSet/>
      <dgm:spPr/>
      <dgm:t>
        <a:bodyPr/>
        <a:lstStyle/>
        <a:p>
          <a:endParaRPr lang="en-US"/>
        </a:p>
      </dgm:t>
    </dgm:pt>
    <dgm:pt modelId="{91E67D5F-F548-416A-AE7C-FA3C9EA07AC3}">
      <dgm:prSet/>
      <dgm:spPr/>
      <dgm:t>
        <a:bodyPr/>
        <a:lstStyle/>
        <a:p>
          <a:r>
            <a:rPr lang="en-US"/>
            <a:t>Path planning + obstacle avoidance</a:t>
          </a:r>
        </a:p>
      </dgm:t>
    </dgm:pt>
    <dgm:pt modelId="{DCF899BE-32AF-4210-ADF7-CBD68DDFAF9A}" type="parTrans" cxnId="{D5786B7A-8230-4755-BD14-2ACF8F1D0985}">
      <dgm:prSet/>
      <dgm:spPr/>
      <dgm:t>
        <a:bodyPr/>
        <a:lstStyle/>
        <a:p>
          <a:endParaRPr lang="en-US"/>
        </a:p>
      </dgm:t>
    </dgm:pt>
    <dgm:pt modelId="{C5EEDD1A-27BE-4754-8470-9F0706FBDB76}" type="sibTrans" cxnId="{D5786B7A-8230-4755-BD14-2ACF8F1D0985}">
      <dgm:prSet/>
      <dgm:spPr/>
      <dgm:t>
        <a:bodyPr/>
        <a:lstStyle/>
        <a:p>
          <a:endParaRPr lang="en-US"/>
        </a:p>
      </dgm:t>
    </dgm:pt>
    <dgm:pt modelId="{D1D2FF6A-DDF9-446B-B620-28669AAD7475}" type="pres">
      <dgm:prSet presAssocID="{A4D94143-421D-4802-9819-E966248CCBE7}" presName="root" presStyleCnt="0">
        <dgm:presLayoutVars>
          <dgm:dir/>
          <dgm:resizeHandles val="exact"/>
        </dgm:presLayoutVars>
      </dgm:prSet>
      <dgm:spPr/>
    </dgm:pt>
    <dgm:pt modelId="{F8B29780-EEAC-4A93-BDCB-0E97273D82DF}" type="pres">
      <dgm:prSet presAssocID="{09F8063C-ADEE-4119-8720-AFC5C31ACAF9}" presName="compNode" presStyleCnt="0"/>
      <dgm:spPr/>
    </dgm:pt>
    <dgm:pt modelId="{A1F8E158-5C0F-4321-A372-8407552F32AF}" type="pres">
      <dgm:prSet presAssocID="{09F8063C-ADEE-4119-8720-AFC5C31ACAF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BA1BF76-D63B-4035-B899-102FFAC9EB4A}" type="pres">
      <dgm:prSet presAssocID="{09F8063C-ADEE-4119-8720-AFC5C31ACAF9}" presName="iconSpace" presStyleCnt="0"/>
      <dgm:spPr/>
    </dgm:pt>
    <dgm:pt modelId="{14034EAF-F722-441F-8C61-5796514AD232}" type="pres">
      <dgm:prSet presAssocID="{09F8063C-ADEE-4119-8720-AFC5C31ACAF9}" presName="parTx" presStyleLbl="revTx" presStyleIdx="0" presStyleCnt="8">
        <dgm:presLayoutVars>
          <dgm:chMax val="0"/>
          <dgm:chPref val="0"/>
        </dgm:presLayoutVars>
      </dgm:prSet>
      <dgm:spPr/>
    </dgm:pt>
    <dgm:pt modelId="{8C98B771-B6E1-4308-9CAD-8BD330C3A299}" type="pres">
      <dgm:prSet presAssocID="{09F8063C-ADEE-4119-8720-AFC5C31ACAF9}" presName="txSpace" presStyleCnt="0"/>
      <dgm:spPr/>
    </dgm:pt>
    <dgm:pt modelId="{E00E1A0F-8A3B-4B45-BE48-DCD43C090409}" type="pres">
      <dgm:prSet presAssocID="{09F8063C-ADEE-4119-8720-AFC5C31ACAF9}" presName="desTx" presStyleLbl="revTx" presStyleIdx="1" presStyleCnt="8">
        <dgm:presLayoutVars/>
      </dgm:prSet>
      <dgm:spPr/>
    </dgm:pt>
    <dgm:pt modelId="{D1C7EEAC-DCF8-4486-9E55-17A5BF01C286}" type="pres">
      <dgm:prSet presAssocID="{153AFFE4-D524-4421-9095-7CAD159488E0}" presName="sibTrans" presStyleCnt="0"/>
      <dgm:spPr/>
    </dgm:pt>
    <dgm:pt modelId="{3E41FE34-9052-4EFC-BD45-83262F76CBC6}" type="pres">
      <dgm:prSet presAssocID="{790CA7E5-19EE-4E89-B0CE-33497D91C771}" presName="compNode" presStyleCnt="0"/>
      <dgm:spPr/>
    </dgm:pt>
    <dgm:pt modelId="{608240CF-D8BA-4A4F-8B7E-2DD2E831299F}" type="pres">
      <dgm:prSet presAssocID="{790CA7E5-19EE-4E89-B0CE-33497D91C77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BF22252E-13E8-4FD3-BCBA-9FC4C47275A5}" type="pres">
      <dgm:prSet presAssocID="{790CA7E5-19EE-4E89-B0CE-33497D91C771}" presName="iconSpace" presStyleCnt="0"/>
      <dgm:spPr/>
    </dgm:pt>
    <dgm:pt modelId="{A1D741FE-6542-4B5C-8168-4936A6A4EA27}" type="pres">
      <dgm:prSet presAssocID="{790CA7E5-19EE-4E89-B0CE-33497D91C771}" presName="parTx" presStyleLbl="revTx" presStyleIdx="2" presStyleCnt="8">
        <dgm:presLayoutVars>
          <dgm:chMax val="0"/>
          <dgm:chPref val="0"/>
        </dgm:presLayoutVars>
      </dgm:prSet>
      <dgm:spPr/>
    </dgm:pt>
    <dgm:pt modelId="{F00DA504-4D74-493E-B9EB-BBAF545C3963}" type="pres">
      <dgm:prSet presAssocID="{790CA7E5-19EE-4E89-B0CE-33497D91C771}" presName="txSpace" presStyleCnt="0"/>
      <dgm:spPr/>
    </dgm:pt>
    <dgm:pt modelId="{23D46FC9-C83E-44BF-A8DF-083DBCD2D59B}" type="pres">
      <dgm:prSet presAssocID="{790CA7E5-19EE-4E89-B0CE-33497D91C771}" presName="desTx" presStyleLbl="revTx" presStyleIdx="3" presStyleCnt="8">
        <dgm:presLayoutVars/>
      </dgm:prSet>
      <dgm:spPr/>
    </dgm:pt>
    <dgm:pt modelId="{6F393B8B-AE2A-445C-9EA6-C4EA20060667}" type="pres">
      <dgm:prSet presAssocID="{1072917D-3CBF-446D-A02F-146553D61B3B}" presName="sibTrans" presStyleCnt="0"/>
      <dgm:spPr/>
    </dgm:pt>
    <dgm:pt modelId="{453BEC19-FDF8-46FF-ACA5-06432111A6F6}" type="pres">
      <dgm:prSet presAssocID="{B7903C74-F393-4BA5-9684-F3416A5D0DAD}" presName="compNode" presStyleCnt="0"/>
      <dgm:spPr/>
    </dgm:pt>
    <dgm:pt modelId="{36B23465-AC52-4438-9CAE-DADCFF498E67}" type="pres">
      <dgm:prSet presAssocID="{B7903C74-F393-4BA5-9684-F3416A5D0DA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973610BB-9699-41B0-A6BA-378D7BA68FDA}" type="pres">
      <dgm:prSet presAssocID="{B7903C74-F393-4BA5-9684-F3416A5D0DAD}" presName="iconSpace" presStyleCnt="0"/>
      <dgm:spPr/>
    </dgm:pt>
    <dgm:pt modelId="{AA83C399-3F3A-4E6B-863A-6CF59FC5C211}" type="pres">
      <dgm:prSet presAssocID="{B7903C74-F393-4BA5-9684-F3416A5D0DAD}" presName="parTx" presStyleLbl="revTx" presStyleIdx="4" presStyleCnt="8">
        <dgm:presLayoutVars>
          <dgm:chMax val="0"/>
          <dgm:chPref val="0"/>
        </dgm:presLayoutVars>
      </dgm:prSet>
      <dgm:spPr/>
    </dgm:pt>
    <dgm:pt modelId="{7C0B7069-FC61-4E94-BC68-6C675594500B}" type="pres">
      <dgm:prSet presAssocID="{B7903C74-F393-4BA5-9684-F3416A5D0DAD}" presName="txSpace" presStyleCnt="0"/>
      <dgm:spPr/>
    </dgm:pt>
    <dgm:pt modelId="{7C269562-291A-437E-A66F-D12D3A7532AD}" type="pres">
      <dgm:prSet presAssocID="{B7903C74-F393-4BA5-9684-F3416A5D0DAD}" presName="desTx" presStyleLbl="revTx" presStyleIdx="5" presStyleCnt="8">
        <dgm:presLayoutVars/>
      </dgm:prSet>
      <dgm:spPr/>
    </dgm:pt>
    <dgm:pt modelId="{164A8AB3-8B7F-4278-ADD8-663D6541655C}" type="pres">
      <dgm:prSet presAssocID="{07A122DA-1745-4198-BC44-5C7448767B34}" presName="sibTrans" presStyleCnt="0"/>
      <dgm:spPr/>
    </dgm:pt>
    <dgm:pt modelId="{DA40FCF7-D644-47AE-8ACA-167654CCB74B}" type="pres">
      <dgm:prSet presAssocID="{2C54C252-CA38-4F19-8D3C-8CFDB2F68CD3}" presName="compNode" presStyleCnt="0"/>
      <dgm:spPr/>
    </dgm:pt>
    <dgm:pt modelId="{CB2F6E86-B0CD-42AF-8892-6AE62E1F1D57}" type="pres">
      <dgm:prSet presAssocID="{2C54C252-CA38-4F19-8D3C-8CFDB2F68C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F6C73FAF-BACF-4D5B-B987-0251E44185A3}" type="pres">
      <dgm:prSet presAssocID="{2C54C252-CA38-4F19-8D3C-8CFDB2F68CD3}" presName="iconSpace" presStyleCnt="0"/>
      <dgm:spPr/>
    </dgm:pt>
    <dgm:pt modelId="{915C332D-9E5A-4D01-924E-F1BE2192167D}" type="pres">
      <dgm:prSet presAssocID="{2C54C252-CA38-4F19-8D3C-8CFDB2F68CD3}" presName="parTx" presStyleLbl="revTx" presStyleIdx="6" presStyleCnt="8">
        <dgm:presLayoutVars>
          <dgm:chMax val="0"/>
          <dgm:chPref val="0"/>
        </dgm:presLayoutVars>
      </dgm:prSet>
      <dgm:spPr/>
    </dgm:pt>
    <dgm:pt modelId="{AC4BECD2-2BAE-4A58-AC49-E90247511973}" type="pres">
      <dgm:prSet presAssocID="{2C54C252-CA38-4F19-8D3C-8CFDB2F68CD3}" presName="txSpace" presStyleCnt="0"/>
      <dgm:spPr/>
    </dgm:pt>
    <dgm:pt modelId="{E15487EA-9A67-4107-8492-5952F0F05030}" type="pres">
      <dgm:prSet presAssocID="{2C54C252-CA38-4F19-8D3C-8CFDB2F68CD3}" presName="desTx" presStyleLbl="revTx" presStyleIdx="7" presStyleCnt="8">
        <dgm:presLayoutVars/>
      </dgm:prSet>
      <dgm:spPr/>
    </dgm:pt>
  </dgm:ptLst>
  <dgm:cxnLst>
    <dgm:cxn modelId="{8F5B680F-C1C8-4FBE-B46B-C73398324F88}" srcId="{A4D94143-421D-4802-9819-E966248CCBE7}" destId="{790CA7E5-19EE-4E89-B0CE-33497D91C771}" srcOrd="1" destOrd="0" parTransId="{C6CD96EF-BDDF-4CD8-8AC0-2BA22490C809}" sibTransId="{1072917D-3CBF-446D-A02F-146553D61B3B}"/>
    <dgm:cxn modelId="{B99DBE36-C2E1-493F-B2B9-5DD441C821AB}" type="presOf" srcId="{B7903C74-F393-4BA5-9684-F3416A5D0DAD}" destId="{AA83C399-3F3A-4E6B-863A-6CF59FC5C211}" srcOrd="0" destOrd="0" presId="urn:microsoft.com/office/officeart/2018/2/layout/IconLabelDescriptionList"/>
    <dgm:cxn modelId="{632F3842-9E92-4480-ACBE-3BEC51EF2283}" srcId="{790CA7E5-19EE-4E89-B0CE-33497D91C771}" destId="{FF7F26A3-F1CF-4308-9EED-4741024781BC}" srcOrd="0" destOrd="0" parTransId="{4CE73CBB-5A5F-4389-8919-83ED90E1E17A}" sibTransId="{B2E414FE-2969-445A-83E3-19B354C5082E}"/>
    <dgm:cxn modelId="{FA5D9A43-81BD-4D53-A329-B2E0DC825569}" srcId="{A4D94143-421D-4802-9819-E966248CCBE7}" destId="{2C54C252-CA38-4F19-8D3C-8CFDB2F68CD3}" srcOrd="3" destOrd="0" parTransId="{1478C191-2952-40AE-9842-2F017F440B1D}" sibTransId="{CDE47613-3F4D-4B5B-9116-492A1496CAEF}"/>
    <dgm:cxn modelId="{2E31515E-3F40-4CA1-8ECD-8A5153C64819}" type="presOf" srcId="{790CA7E5-19EE-4E89-B0CE-33497D91C771}" destId="{A1D741FE-6542-4B5C-8168-4936A6A4EA27}" srcOrd="0" destOrd="0" presId="urn:microsoft.com/office/officeart/2018/2/layout/IconLabelDescriptionList"/>
    <dgm:cxn modelId="{D5786B7A-8230-4755-BD14-2ACF8F1D0985}" srcId="{2C54C252-CA38-4F19-8D3C-8CFDB2F68CD3}" destId="{91E67D5F-F548-416A-AE7C-FA3C9EA07AC3}" srcOrd="0" destOrd="0" parTransId="{DCF899BE-32AF-4210-ADF7-CBD68DDFAF9A}" sibTransId="{C5EEDD1A-27BE-4754-8470-9F0706FBDB76}"/>
    <dgm:cxn modelId="{287EEA7C-AF76-4B12-98DA-E32802CFDE1E}" srcId="{B7903C74-F393-4BA5-9684-F3416A5D0DAD}" destId="{D0B716D4-A1F7-4B94-BF7E-1147441A0517}" srcOrd="0" destOrd="0" parTransId="{B4559F29-5EC9-4999-8E8E-731E4610DD25}" sibTransId="{B15594F6-17B4-42C1-BCA5-9054AF10ADB3}"/>
    <dgm:cxn modelId="{5F0B9480-2B3C-400B-92DC-66474AC2969A}" type="presOf" srcId="{A4D94143-421D-4802-9819-E966248CCBE7}" destId="{D1D2FF6A-DDF9-446B-B620-28669AAD7475}" srcOrd="0" destOrd="0" presId="urn:microsoft.com/office/officeart/2018/2/layout/IconLabelDescriptionList"/>
    <dgm:cxn modelId="{D3F4DB86-07F7-4B32-A8CC-95E47689EC8C}" type="presOf" srcId="{91E67D5F-F548-416A-AE7C-FA3C9EA07AC3}" destId="{E15487EA-9A67-4107-8492-5952F0F05030}" srcOrd="0" destOrd="0" presId="urn:microsoft.com/office/officeart/2018/2/layout/IconLabelDescriptionList"/>
    <dgm:cxn modelId="{13CE2D99-C041-4913-A5DA-AE0895F03D3F}" srcId="{A4D94143-421D-4802-9819-E966248CCBE7}" destId="{09F8063C-ADEE-4119-8720-AFC5C31ACAF9}" srcOrd="0" destOrd="0" parTransId="{B9EBA1AE-536E-48A3-8115-617C0A2CAE5D}" sibTransId="{153AFFE4-D524-4421-9095-7CAD159488E0}"/>
    <dgm:cxn modelId="{F441599A-B69E-48FC-84B9-81002C287694}" type="presOf" srcId="{FF7F26A3-F1CF-4308-9EED-4741024781BC}" destId="{23D46FC9-C83E-44BF-A8DF-083DBCD2D59B}" srcOrd="0" destOrd="0" presId="urn:microsoft.com/office/officeart/2018/2/layout/IconLabelDescriptionList"/>
    <dgm:cxn modelId="{D78A6C9B-0325-4C68-8168-F764FFE990A9}" type="presOf" srcId="{09F8063C-ADEE-4119-8720-AFC5C31ACAF9}" destId="{14034EAF-F722-441F-8C61-5796514AD232}" srcOrd="0" destOrd="0" presId="urn:microsoft.com/office/officeart/2018/2/layout/IconLabelDescriptionList"/>
    <dgm:cxn modelId="{80160AB5-A14A-4C08-A92F-FC44D1B7F584}" srcId="{A4D94143-421D-4802-9819-E966248CCBE7}" destId="{B7903C74-F393-4BA5-9684-F3416A5D0DAD}" srcOrd="2" destOrd="0" parTransId="{C2F596E8-F716-4AFE-8CCF-AB2A4D3A0E51}" sibTransId="{07A122DA-1745-4198-BC44-5C7448767B34}"/>
    <dgm:cxn modelId="{C23037DA-FFE4-4CDB-AABA-9387E6F999DF}" type="presOf" srcId="{D0B716D4-A1F7-4B94-BF7E-1147441A0517}" destId="{7C269562-291A-437E-A66F-D12D3A7532AD}" srcOrd="0" destOrd="0" presId="urn:microsoft.com/office/officeart/2018/2/layout/IconLabelDescriptionList"/>
    <dgm:cxn modelId="{6B5973F5-3702-406E-AD51-838A63C05BFC}" type="presOf" srcId="{2C54C252-CA38-4F19-8D3C-8CFDB2F68CD3}" destId="{915C332D-9E5A-4D01-924E-F1BE2192167D}" srcOrd="0" destOrd="0" presId="urn:microsoft.com/office/officeart/2018/2/layout/IconLabelDescriptionList"/>
    <dgm:cxn modelId="{319F59A1-7708-41FF-990C-69EF72638A68}" type="presParOf" srcId="{D1D2FF6A-DDF9-446B-B620-28669AAD7475}" destId="{F8B29780-EEAC-4A93-BDCB-0E97273D82DF}" srcOrd="0" destOrd="0" presId="urn:microsoft.com/office/officeart/2018/2/layout/IconLabelDescriptionList"/>
    <dgm:cxn modelId="{FD887A27-E2E8-4CAB-8BC7-822087CC5F89}" type="presParOf" srcId="{F8B29780-EEAC-4A93-BDCB-0E97273D82DF}" destId="{A1F8E158-5C0F-4321-A372-8407552F32AF}" srcOrd="0" destOrd="0" presId="urn:microsoft.com/office/officeart/2018/2/layout/IconLabelDescriptionList"/>
    <dgm:cxn modelId="{9BBCF838-CA7C-44B8-8E23-576B240386E7}" type="presParOf" srcId="{F8B29780-EEAC-4A93-BDCB-0E97273D82DF}" destId="{8BA1BF76-D63B-4035-B899-102FFAC9EB4A}" srcOrd="1" destOrd="0" presId="urn:microsoft.com/office/officeart/2018/2/layout/IconLabelDescriptionList"/>
    <dgm:cxn modelId="{44B3D201-F935-472D-8960-120BE51268DD}" type="presParOf" srcId="{F8B29780-EEAC-4A93-BDCB-0E97273D82DF}" destId="{14034EAF-F722-441F-8C61-5796514AD232}" srcOrd="2" destOrd="0" presId="urn:microsoft.com/office/officeart/2018/2/layout/IconLabelDescriptionList"/>
    <dgm:cxn modelId="{6A44B89A-D145-4510-AB05-6AED31CD1942}" type="presParOf" srcId="{F8B29780-EEAC-4A93-BDCB-0E97273D82DF}" destId="{8C98B771-B6E1-4308-9CAD-8BD330C3A299}" srcOrd="3" destOrd="0" presId="urn:microsoft.com/office/officeart/2018/2/layout/IconLabelDescriptionList"/>
    <dgm:cxn modelId="{9733DBC0-F05C-46E9-A013-0197FE455AC9}" type="presParOf" srcId="{F8B29780-EEAC-4A93-BDCB-0E97273D82DF}" destId="{E00E1A0F-8A3B-4B45-BE48-DCD43C090409}" srcOrd="4" destOrd="0" presId="urn:microsoft.com/office/officeart/2018/2/layout/IconLabelDescriptionList"/>
    <dgm:cxn modelId="{0D0B3813-0866-46DB-841A-6EF08767C2FD}" type="presParOf" srcId="{D1D2FF6A-DDF9-446B-B620-28669AAD7475}" destId="{D1C7EEAC-DCF8-4486-9E55-17A5BF01C286}" srcOrd="1" destOrd="0" presId="urn:microsoft.com/office/officeart/2018/2/layout/IconLabelDescriptionList"/>
    <dgm:cxn modelId="{03F93A1C-0C93-4962-BA3F-4BC2084BC4C5}" type="presParOf" srcId="{D1D2FF6A-DDF9-446B-B620-28669AAD7475}" destId="{3E41FE34-9052-4EFC-BD45-83262F76CBC6}" srcOrd="2" destOrd="0" presId="urn:microsoft.com/office/officeart/2018/2/layout/IconLabelDescriptionList"/>
    <dgm:cxn modelId="{2CDDE774-4665-4D3F-AC6B-9D7D1B1DBD85}" type="presParOf" srcId="{3E41FE34-9052-4EFC-BD45-83262F76CBC6}" destId="{608240CF-D8BA-4A4F-8B7E-2DD2E831299F}" srcOrd="0" destOrd="0" presId="urn:microsoft.com/office/officeart/2018/2/layout/IconLabelDescriptionList"/>
    <dgm:cxn modelId="{F043759F-F7CA-4D79-B1C8-BCD71899952F}" type="presParOf" srcId="{3E41FE34-9052-4EFC-BD45-83262F76CBC6}" destId="{BF22252E-13E8-4FD3-BCBA-9FC4C47275A5}" srcOrd="1" destOrd="0" presId="urn:microsoft.com/office/officeart/2018/2/layout/IconLabelDescriptionList"/>
    <dgm:cxn modelId="{42B2B06B-055B-4220-8766-FE93574BDDC7}" type="presParOf" srcId="{3E41FE34-9052-4EFC-BD45-83262F76CBC6}" destId="{A1D741FE-6542-4B5C-8168-4936A6A4EA27}" srcOrd="2" destOrd="0" presId="urn:microsoft.com/office/officeart/2018/2/layout/IconLabelDescriptionList"/>
    <dgm:cxn modelId="{48C1319A-2244-4372-91AF-ADFF12B98A46}" type="presParOf" srcId="{3E41FE34-9052-4EFC-BD45-83262F76CBC6}" destId="{F00DA504-4D74-493E-B9EB-BBAF545C3963}" srcOrd="3" destOrd="0" presId="urn:microsoft.com/office/officeart/2018/2/layout/IconLabelDescriptionList"/>
    <dgm:cxn modelId="{323E88BA-0893-453F-80A5-655EAF8E5EFC}" type="presParOf" srcId="{3E41FE34-9052-4EFC-BD45-83262F76CBC6}" destId="{23D46FC9-C83E-44BF-A8DF-083DBCD2D59B}" srcOrd="4" destOrd="0" presId="urn:microsoft.com/office/officeart/2018/2/layout/IconLabelDescriptionList"/>
    <dgm:cxn modelId="{36FAC57F-46BF-4D92-BFDB-2624E4E4C7EC}" type="presParOf" srcId="{D1D2FF6A-DDF9-446B-B620-28669AAD7475}" destId="{6F393B8B-AE2A-445C-9EA6-C4EA20060667}" srcOrd="3" destOrd="0" presId="urn:microsoft.com/office/officeart/2018/2/layout/IconLabelDescriptionList"/>
    <dgm:cxn modelId="{52F42085-E560-4D1F-8886-C75F9E1FBA6F}" type="presParOf" srcId="{D1D2FF6A-DDF9-446B-B620-28669AAD7475}" destId="{453BEC19-FDF8-46FF-ACA5-06432111A6F6}" srcOrd="4" destOrd="0" presId="urn:microsoft.com/office/officeart/2018/2/layout/IconLabelDescriptionList"/>
    <dgm:cxn modelId="{64A9E2F6-0A97-44BE-9979-ADA072D8D7CF}" type="presParOf" srcId="{453BEC19-FDF8-46FF-ACA5-06432111A6F6}" destId="{36B23465-AC52-4438-9CAE-DADCFF498E67}" srcOrd="0" destOrd="0" presId="urn:microsoft.com/office/officeart/2018/2/layout/IconLabelDescriptionList"/>
    <dgm:cxn modelId="{B19A9143-3231-4530-8277-349B4F383A26}" type="presParOf" srcId="{453BEC19-FDF8-46FF-ACA5-06432111A6F6}" destId="{973610BB-9699-41B0-A6BA-378D7BA68FDA}" srcOrd="1" destOrd="0" presId="urn:microsoft.com/office/officeart/2018/2/layout/IconLabelDescriptionList"/>
    <dgm:cxn modelId="{14A45B85-C94F-4212-BF9C-39D359798428}" type="presParOf" srcId="{453BEC19-FDF8-46FF-ACA5-06432111A6F6}" destId="{AA83C399-3F3A-4E6B-863A-6CF59FC5C211}" srcOrd="2" destOrd="0" presId="urn:microsoft.com/office/officeart/2018/2/layout/IconLabelDescriptionList"/>
    <dgm:cxn modelId="{303142AB-7B12-4D9B-9366-57BE150B420D}" type="presParOf" srcId="{453BEC19-FDF8-46FF-ACA5-06432111A6F6}" destId="{7C0B7069-FC61-4E94-BC68-6C675594500B}" srcOrd="3" destOrd="0" presId="urn:microsoft.com/office/officeart/2018/2/layout/IconLabelDescriptionList"/>
    <dgm:cxn modelId="{3C438EEA-6A91-49D0-B580-CB400996A9DD}" type="presParOf" srcId="{453BEC19-FDF8-46FF-ACA5-06432111A6F6}" destId="{7C269562-291A-437E-A66F-D12D3A7532AD}" srcOrd="4" destOrd="0" presId="urn:microsoft.com/office/officeart/2018/2/layout/IconLabelDescriptionList"/>
    <dgm:cxn modelId="{347DBE0F-AF16-46BD-8774-85F0AD7F666D}" type="presParOf" srcId="{D1D2FF6A-DDF9-446B-B620-28669AAD7475}" destId="{164A8AB3-8B7F-4278-ADD8-663D6541655C}" srcOrd="5" destOrd="0" presId="urn:microsoft.com/office/officeart/2018/2/layout/IconLabelDescriptionList"/>
    <dgm:cxn modelId="{A8F8FA46-FCCA-4AB0-8E0B-06586AF5FE68}" type="presParOf" srcId="{D1D2FF6A-DDF9-446B-B620-28669AAD7475}" destId="{DA40FCF7-D644-47AE-8ACA-167654CCB74B}" srcOrd="6" destOrd="0" presId="urn:microsoft.com/office/officeart/2018/2/layout/IconLabelDescriptionList"/>
    <dgm:cxn modelId="{5A176611-74B8-4E30-B3F7-9AA8480E5C32}" type="presParOf" srcId="{DA40FCF7-D644-47AE-8ACA-167654CCB74B}" destId="{CB2F6E86-B0CD-42AF-8892-6AE62E1F1D57}" srcOrd="0" destOrd="0" presId="urn:microsoft.com/office/officeart/2018/2/layout/IconLabelDescriptionList"/>
    <dgm:cxn modelId="{EFC9BA0C-823A-4C85-B6F0-59680BAD7079}" type="presParOf" srcId="{DA40FCF7-D644-47AE-8ACA-167654CCB74B}" destId="{F6C73FAF-BACF-4D5B-B987-0251E44185A3}" srcOrd="1" destOrd="0" presId="urn:microsoft.com/office/officeart/2018/2/layout/IconLabelDescriptionList"/>
    <dgm:cxn modelId="{D074B9E0-F270-4A25-9793-987EAD19F37F}" type="presParOf" srcId="{DA40FCF7-D644-47AE-8ACA-167654CCB74B}" destId="{915C332D-9E5A-4D01-924E-F1BE2192167D}" srcOrd="2" destOrd="0" presId="urn:microsoft.com/office/officeart/2018/2/layout/IconLabelDescriptionList"/>
    <dgm:cxn modelId="{51602078-DAE7-4A86-848A-B21C385EC19E}" type="presParOf" srcId="{DA40FCF7-D644-47AE-8ACA-167654CCB74B}" destId="{AC4BECD2-2BAE-4A58-AC49-E90247511973}" srcOrd="3" destOrd="0" presId="urn:microsoft.com/office/officeart/2018/2/layout/IconLabelDescriptionList"/>
    <dgm:cxn modelId="{76733DBB-CAE7-4BFF-B3D5-194E50FF6ED3}" type="presParOf" srcId="{DA40FCF7-D644-47AE-8ACA-167654CCB74B}" destId="{E15487EA-9A67-4107-8492-5952F0F0503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A10FD4-90D1-463E-B189-0F60EF23062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0F2E1144-65AC-47D4-83D1-EB41F75F7500}">
      <dgm:prSet/>
      <dgm:spPr/>
      <dgm:t>
        <a:bodyPr/>
        <a:lstStyle/>
        <a:p>
          <a:pPr>
            <a:defRPr cap="all"/>
          </a:pPr>
          <a:r>
            <a:rPr lang="en-US" b="0" i="0" baseline="0" dirty="0">
              <a:solidFill>
                <a:srgbClr val="00B0F0"/>
              </a:solidFill>
            </a:rPr>
            <a:t>License plate detection (YOLO / OpenCV)</a:t>
          </a:r>
          <a:endParaRPr lang="en-US" dirty="0">
            <a:solidFill>
              <a:srgbClr val="00B0F0"/>
            </a:solidFill>
          </a:endParaRPr>
        </a:p>
      </dgm:t>
    </dgm:pt>
    <dgm:pt modelId="{185B2880-B9B6-45B0-954A-11A5AC247C1A}" type="parTrans" cxnId="{5C26D096-B062-4BBE-856C-A7D7796308AD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36B42024-30F0-4AFC-BD5F-9E53AB01C922}" type="sibTrans" cxnId="{5C26D096-B062-4BBE-856C-A7D7796308AD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6410633A-AD63-4080-A787-333ABC190EA0}">
      <dgm:prSet/>
      <dgm:spPr/>
      <dgm:t>
        <a:bodyPr/>
        <a:lstStyle/>
        <a:p>
          <a:pPr>
            <a:defRPr cap="all"/>
          </a:pPr>
          <a:r>
            <a:rPr lang="en-US" b="0" i="0" baseline="0">
              <a:solidFill>
                <a:srgbClr val="00B0F0"/>
              </a:solidFill>
            </a:rPr>
            <a:t>Optical Character Recognition (OCR)</a:t>
          </a:r>
          <a:endParaRPr lang="en-US">
            <a:solidFill>
              <a:srgbClr val="00B0F0"/>
            </a:solidFill>
          </a:endParaRPr>
        </a:p>
      </dgm:t>
    </dgm:pt>
    <dgm:pt modelId="{75B4EBA3-B1DC-4969-A3CE-B2A09A728211}" type="parTrans" cxnId="{407F85FE-7609-4462-BFA3-D0316D35FB21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CFCBEC13-8CFD-4679-8A24-6764FE0E81AD}" type="sibTrans" cxnId="{407F85FE-7609-4462-BFA3-D0316D35FB21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2BF9367E-C4BE-49A6-93EB-F0BAFFF187F7}">
      <dgm:prSet/>
      <dgm:spPr/>
      <dgm:t>
        <a:bodyPr/>
        <a:lstStyle/>
        <a:p>
          <a:pPr>
            <a:defRPr cap="all"/>
          </a:pPr>
          <a:r>
            <a:rPr lang="en-US" b="0" i="0" baseline="0">
              <a:solidFill>
                <a:srgbClr val="00B0F0"/>
              </a:solidFill>
            </a:rPr>
            <a:t>Object tracking</a:t>
          </a:r>
          <a:endParaRPr lang="en-US">
            <a:solidFill>
              <a:srgbClr val="00B0F0"/>
            </a:solidFill>
          </a:endParaRPr>
        </a:p>
      </dgm:t>
    </dgm:pt>
    <dgm:pt modelId="{A581C8B0-D576-48B8-ACC1-6D3E6B307E8C}" type="parTrans" cxnId="{C0F33331-540E-42B0-9BB3-C7FA33942D1B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A8F54F72-E20B-42DA-9D60-3F4CEF9AC0CA}" type="sibTrans" cxnId="{C0F33331-540E-42B0-9BB3-C7FA33942D1B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7BDB9883-D153-4DA5-B9D3-469557EE8810}">
      <dgm:prSet/>
      <dgm:spPr/>
      <dgm:t>
        <a:bodyPr/>
        <a:lstStyle/>
        <a:p>
          <a:pPr>
            <a:defRPr cap="all"/>
          </a:pPr>
          <a:r>
            <a:rPr lang="en-US" b="0" i="0" baseline="0">
              <a:solidFill>
                <a:srgbClr val="00B0F0"/>
              </a:solidFill>
            </a:rPr>
            <a:t>Visual positioning (optical flow)</a:t>
          </a:r>
          <a:endParaRPr lang="en-US">
            <a:solidFill>
              <a:srgbClr val="00B0F0"/>
            </a:solidFill>
          </a:endParaRPr>
        </a:p>
      </dgm:t>
    </dgm:pt>
    <dgm:pt modelId="{7C1AC2B8-333D-4847-B417-8A743529030D}" type="parTrans" cxnId="{D161A3E1-CB3E-4611-966E-B9FFF606F1B9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6D2E274B-3C29-4BAF-BDDE-DD42F271C1A5}" type="sibTrans" cxnId="{D161A3E1-CB3E-4611-966E-B9FFF606F1B9}">
      <dgm:prSet/>
      <dgm:spPr/>
      <dgm:t>
        <a:bodyPr/>
        <a:lstStyle/>
        <a:p>
          <a:endParaRPr lang="en-US">
            <a:solidFill>
              <a:srgbClr val="00B0F0"/>
            </a:solidFill>
          </a:endParaRPr>
        </a:p>
      </dgm:t>
    </dgm:pt>
    <dgm:pt modelId="{39D1271D-872F-434F-BBF6-5F54AEB0EFE2}" type="pres">
      <dgm:prSet presAssocID="{80A10FD4-90D1-463E-B189-0F60EF23062A}" presName="root" presStyleCnt="0">
        <dgm:presLayoutVars>
          <dgm:dir/>
          <dgm:resizeHandles val="exact"/>
        </dgm:presLayoutVars>
      </dgm:prSet>
      <dgm:spPr/>
    </dgm:pt>
    <dgm:pt modelId="{2CD1E00A-27CB-4E1B-96D0-A46C33A7A249}" type="pres">
      <dgm:prSet presAssocID="{0F2E1144-65AC-47D4-83D1-EB41F75F7500}" presName="compNode" presStyleCnt="0"/>
      <dgm:spPr/>
    </dgm:pt>
    <dgm:pt modelId="{302876CD-3EE8-4220-8433-E9F47C182984}" type="pres">
      <dgm:prSet presAssocID="{0F2E1144-65AC-47D4-83D1-EB41F75F7500}" presName="iconBgRect" presStyleLbl="bgShp" presStyleIdx="0" presStyleCnt="4"/>
      <dgm:spPr/>
    </dgm:pt>
    <dgm:pt modelId="{16BC98B2-B23E-44DA-8D47-3850F38F713A}" type="pres">
      <dgm:prSet presAssocID="{0F2E1144-65AC-47D4-83D1-EB41F75F75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AD1426AA-AF34-4FC8-8166-00151064A7DF}" type="pres">
      <dgm:prSet presAssocID="{0F2E1144-65AC-47D4-83D1-EB41F75F7500}" presName="spaceRect" presStyleCnt="0"/>
      <dgm:spPr/>
    </dgm:pt>
    <dgm:pt modelId="{309E8AA4-863E-432C-A715-6A189E49CC3C}" type="pres">
      <dgm:prSet presAssocID="{0F2E1144-65AC-47D4-83D1-EB41F75F7500}" presName="textRect" presStyleLbl="revTx" presStyleIdx="0" presStyleCnt="4">
        <dgm:presLayoutVars>
          <dgm:chMax val="1"/>
          <dgm:chPref val="1"/>
        </dgm:presLayoutVars>
      </dgm:prSet>
      <dgm:spPr/>
    </dgm:pt>
    <dgm:pt modelId="{E075215E-93E8-45CD-AE06-886C86138D3A}" type="pres">
      <dgm:prSet presAssocID="{36B42024-30F0-4AFC-BD5F-9E53AB01C922}" presName="sibTrans" presStyleCnt="0"/>
      <dgm:spPr/>
    </dgm:pt>
    <dgm:pt modelId="{5D8F9FC6-2CEA-4F3E-B882-52CF1486AEF4}" type="pres">
      <dgm:prSet presAssocID="{6410633A-AD63-4080-A787-333ABC190EA0}" presName="compNode" presStyleCnt="0"/>
      <dgm:spPr/>
    </dgm:pt>
    <dgm:pt modelId="{F219EAC9-BA7C-42D0-9AC9-5C48205C4497}" type="pres">
      <dgm:prSet presAssocID="{6410633A-AD63-4080-A787-333ABC190EA0}" presName="iconBgRect" presStyleLbl="bgShp" presStyleIdx="1" presStyleCnt="4"/>
      <dgm:spPr/>
    </dgm:pt>
    <dgm:pt modelId="{154A16A8-5B42-426C-AD62-935DF8249FF9}" type="pres">
      <dgm:prSet presAssocID="{6410633A-AD63-4080-A787-333ABC190E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777A8D2E-1A50-483C-97EB-04FD7057823B}" type="pres">
      <dgm:prSet presAssocID="{6410633A-AD63-4080-A787-333ABC190EA0}" presName="spaceRect" presStyleCnt="0"/>
      <dgm:spPr/>
    </dgm:pt>
    <dgm:pt modelId="{35875B43-421F-4B27-972C-033495CB5DF7}" type="pres">
      <dgm:prSet presAssocID="{6410633A-AD63-4080-A787-333ABC190EA0}" presName="textRect" presStyleLbl="revTx" presStyleIdx="1" presStyleCnt="4">
        <dgm:presLayoutVars>
          <dgm:chMax val="1"/>
          <dgm:chPref val="1"/>
        </dgm:presLayoutVars>
      </dgm:prSet>
      <dgm:spPr/>
    </dgm:pt>
    <dgm:pt modelId="{2D6161EF-B998-460C-82A1-E590C107C0CE}" type="pres">
      <dgm:prSet presAssocID="{CFCBEC13-8CFD-4679-8A24-6764FE0E81AD}" presName="sibTrans" presStyleCnt="0"/>
      <dgm:spPr/>
    </dgm:pt>
    <dgm:pt modelId="{626970BD-EDAF-4ABA-83F8-1567C65DB17D}" type="pres">
      <dgm:prSet presAssocID="{2BF9367E-C4BE-49A6-93EB-F0BAFFF187F7}" presName="compNode" presStyleCnt="0"/>
      <dgm:spPr/>
    </dgm:pt>
    <dgm:pt modelId="{AECB4540-15C1-4198-8D03-4C8384167F54}" type="pres">
      <dgm:prSet presAssocID="{2BF9367E-C4BE-49A6-93EB-F0BAFFF187F7}" presName="iconBgRect" presStyleLbl="bgShp" presStyleIdx="2" presStyleCnt="4"/>
      <dgm:spPr/>
    </dgm:pt>
    <dgm:pt modelId="{AED3CA31-692A-48ED-BD5B-C43AE264BEEB}" type="pres">
      <dgm:prSet presAssocID="{2BF9367E-C4BE-49A6-93EB-F0BAFFF187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FFBF173-846D-46E0-B04A-0090826F3B89}" type="pres">
      <dgm:prSet presAssocID="{2BF9367E-C4BE-49A6-93EB-F0BAFFF187F7}" presName="spaceRect" presStyleCnt="0"/>
      <dgm:spPr/>
    </dgm:pt>
    <dgm:pt modelId="{CE16A3FD-B57E-4E55-A06B-E5FBA77CED1F}" type="pres">
      <dgm:prSet presAssocID="{2BF9367E-C4BE-49A6-93EB-F0BAFFF187F7}" presName="textRect" presStyleLbl="revTx" presStyleIdx="2" presStyleCnt="4">
        <dgm:presLayoutVars>
          <dgm:chMax val="1"/>
          <dgm:chPref val="1"/>
        </dgm:presLayoutVars>
      </dgm:prSet>
      <dgm:spPr/>
    </dgm:pt>
    <dgm:pt modelId="{A6713A5D-EDDD-4CE9-BA4F-4F3DDB68A97D}" type="pres">
      <dgm:prSet presAssocID="{A8F54F72-E20B-42DA-9D60-3F4CEF9AC0CA}" presName="sibTrans" presStyleCnt="0"/>
      <dgm:spPr/>
    </dgm:pt>
    <dgm:pt modelId="{EE327A40-E78A-4FF9-9928-1F7FACB275A1}" type="pres">
      <dgm:prSet presAssocID="{7BDB9883-D153-4DA5-B9D3-469557EE8810}" presName="compNode" presStyleCnt="0"/>
      <dgm:spPr/>
    </dgm:pt>
    <dgm:pt modelId="{3A25A003-56F7-436D-B57B-2F352749E103}" type="pres">
      <dgm:prSet presAssocID="{7BDB9883-D153-4DA5-B9D3-469557EE8810}" presName="iconBgRect" presStyleLbl="bgShp" presStyleIdx="3" presStyleCnt="4"/>
      <dgm:spPr/>
    </dgm:pt>
    <dgm:pt modelId="{468E10F9-CB73-434C-8385-43C8160EB608}" type="pres">
      <dgm:prSet presAssocID="{7BDB9883-D153-4DA5-B9D3-469557EE881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48951314-2FB2-4094-B65B-E5F3DCE1A6A4}" type="pres">
      <dgm:prSet presAssocID="{7BDB9883-D153-4DA5-B9D3-469557EE8810}" presName="spaceRect" presStyleCnt="0"/>
      <dgm:spPr/>
    </dgm:pt>
    <dgm:pt modelId="{40517F9E-25BC-4AA4-966C-ABC639DB515A}" type="pres">
      <dgm:prSet presAssocID="{7BDB9883-D153-4DA5-B9D3-469557EE88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6113106-50E8-47BF-9677-631F4392076F}" type="presOf" srcId="{2BF9367E-C4BE-49A6-93EB-F0BAFFF187F7}" destId="{CE16A3FD-B57E-4E55-A06B-E5FBA77CED1F}" srcOrd="0" destOrd="0" presId="urn:microsoft.com/office/officeart/2018/5/layout/IconCircleLabelList"/>
    <dgm:cxn modelId="{C0F33331-540E-42B0-9BB3-C7FA33942D1B}" srcId="{80A10FD4-90D1-463E-B189-0F60EF23062A}" destId="{2BF9367E-C4BE-49A6-93EB-F0BAFFF187F7}" srcOrd="2" destOrd="0" parTransId="{A581C8B0-D576-48B8-ACC1-6D3E6B307E8C}" sibTransId="{A8F54F72-E20B-42DA-9D60-3F4CEF9AC0CA}"/>
    <dgm:cxn modelId="{E942A83F-99BA-4F35-87C6-6E337B3C7764}" type="presOf" srcId="{7BDB9883-D153-4DA5-B9D3-469557EE8810}" destId="{40517F9E-25BC-4AA4-966C-ABC639DB515A}" srcOrd="0" destOrd="0" presId="urn:microsoft.com/office/officeart/2018/5/layout/IconCircleLabelList"/>
    <dgm:cxn modelId="{F05C695C-FD20-40ED-9BB6-76767BA71FD0}" type="presOf" srcId="{6410633A-AD63-4080-A787-333ABC190EA0}" destId="{35875B43-421F-4B27-972C-033495CB5DF7}" srcOrd="0" destOrd="0" presId="urn:microsoft.com/office/officeart/2018/5/layout/IconCircleLabelList"/>
    <dgm:cxn modelId="{0576DE77-99EA-44DC-9D8E-31A00DE581BE}" type="presOf" srcId="{0F2E1144-65AC-47D4-83D1-EB41F75F7500}" destId="{309E8AA4-863E-432C-A715-6A189E49CC3C}" srcOrd="0" destOrd="0" presId="urn:microsoft.com/office/officeart/2018/5/layout/IconCircleLabelList"/>
    <dgm:cxn modelId="{5C26D096-B062-4BBE-856C-A7D7796308AD}" srcId="{80A10FD4-90D1-463E-B189-0F60EF23062A}" destId="{0F2E1144-65AC-47D4-83D1-EB41F75F7500}" srcOrd="0" destOrd="0" parTransId="{185B2880-B9B6-45B0-954A-11A5AC247C1A}" sibTransId="{36B42024-30F0-4AFC-BD5F-9E53AB01C922}"/>
    <dgm:cxn modelId="{D161A3E1-CB3E-4611-966E-B9FFF606F1B9}" srcId="{80A10FD4-90D1-463E-B189-0F60EF23062A}" destId="{7BDB9883-D153-4DA5-B9D3-469557EE8810}" srcOrd="3" destOrd="0" parTransId="{7C1AC2B8-333D-4847-B417-8A743529030D}" sibTransId="{6D2E274B-3C29-4BAF-BDDE-DD42F271C1A5}"/>
    <dgm:cxn modelId="{22E07EFB-FED2-4F23-83A5-925624B44262}" type="presOf" srcId="{80A10FD4-90D1-463E-B189-0F60EF23062A}" destId="{39D1271D-872F-434F-BBF6-5F54AEB0EFE2}" srcOrd="0" destOrd="0" presId="urn:microsoft.com/office/officeart/2018/5/layout/IconCircleLabelList"/>
    <dgm:cxn modelId="{407F85FE-7609-4462-BFA3-D0316D35FB21}" srcId="{80A10FD4-90D1-463E-B189-0F60EF23062A}" destId="{6410633A-AD63-4080-A787-333ABC190EA0}" srcOrd="1" destOrd="0" parTransId="{75B4EBA3-B1DC-4969-A3CE-B2A09A728211}" sibTransId="{CFCBEC13-8CFD-4679-8A24-6764FE0E81AD}"/>
    <dgm:cxn modelId="{B5B21453-6E92-4693-9B28-A02B14005A16}" type="presParOf" srcId="{39D1271D-872F-434F-BBF6-5F54AEB0EFE2}" destId="{2CD1E00A-27CB-4E1B-96D0-A46C33A7A249}" srcOrd="0" destOrd="0" presId="urn:microsoft.com/office/officeart/2018/5/layout/IconCircleLabelList"/>
    <dgm:cxn modelId="{28FCA2A0-E178-49A2-9B1F-2F51C1B34D6E}" type="presParOf" srcId="{2CD1E00A-27CB-4E1B-96D0-A46C33A7A249}" destId="{302876CD-3EE8-4220-8433-E9F47C182984}" srcOrd="0" destOrd="0" presId="urn:microsoft.com/office/officeart/2018/5/layout/IconCircleLabelList"/>
    <dgm:cxn modelId="{A1CA3F90-0C6C-4773-BD12-DB762C6677C9}" type="presParOf" srcId="{2CD1E00A-27CB-4E1B-96D0-A46C33A7A249}" destId="{16BC98B2-B23E-44DA-8D47-3850F38F713A}" srcOrd="1" destOrd="0" presId="urn:microsoft.com/office/officeart/2018/5/layout/IconCircleLabelList"/>
    <dgm:cxn modelId="{68DCF45C-4675-45F2-B90C-75900EEAE082}" type="presParOf" srcId="{2CD1E00A-27CB-4E1B-96D0-A46C33A7A249}" destId="{AD1426AA-AF34-4FC8-8166-00151064A7DF}" srcOrd="2" destOrd="0" presId="urn:microsoft.com/office/officeart/2018/5/layout/IconCircleLabelList"/>
    <dgm:cxn modelId="{B45BD21B-D142-45F6-A885-93BA746C1EDB}" type="presParOf" srcId="{2CD1E00A-27CB-4E1B-96D0-A46C33A7A249}" destId="{309E8AA4-863E-432C-A715-6A189E49CC3C}" srcOrd="3" destOrd="0" presId="urn:microsoft.com/office/officeart/2018/5/layout/IconCircleLabelList"/>
    <dgm:cxn modelId="{A6B98662-85C7-4FD9-9AFF-05C44E0BB166}" type="presParOf" srcId="{39D1271D-872F-434F-BBF6-5F54AEB0EFE2}" destId="{E075215E-93E8-45CD-AE06-886C86138D3A}" srcOrd="1" destOrd="0" presId="urn:microsoft.com/office/officeart/2018/5/layout/IconCircleLabelList"/>
    <dgm:cxn modelId="{AA702181-A422-406E-8412-D84E31F9DE3B}" type="presParOf" srcId="{39D1271D-872F-434F-BBF6-5F54AEB0EFE2}" destId="{5D8F9FC6-2CEA-4F3E-B882-52CF1486AEF4}" srcOrd="2" destOrd="0" presId="urn:microsoft.com/office/officeart/2018/5/layout/IconCircleLabelList"/>
    <dgm:cxn modelId="{7BBD9EF1-B71A-431A-AF33-5E25722CB489}" type="presParOf" srcId="{5D8F9FC6-2CEA-4F3E-B882-52CF1486AEF4}" destId="{F219EAC9-BA7C-42D0-9AC9-5C48205C4497}" srcOrd="0" destOrd="0" presId="urn:microsoft.com/office/officeart/2018/5/layout/IconCircleLabelList"/>
    <dgm:cxn modelId="{282021BF-7151-4FA9-87E1-EB880E798FBD}" type="presParOf" srcId="{5D8F9FC6-2CEA-4F3E-B882-52CF1486AEF4}" destId="{154A16A8-5B42-426C-AD62-935DF8249FF9}" srcOrd="1" destOrd="0" presId="urn:microsoft.com/office/officeart/2018/5/layout/IconCircleLabelList"/>
    <dgm:cxn modelId="{E44193D7-93EB-48CC-B18F-85B5627CCDB1}" type="presParOf" srcId="{5D8F9FC6-2CEA-4F3E-B882-52CF1486AEF4}" destId="{777A8D2E-1A50-483C-97EB-04FD7057823B}" srcOrd="2" destOrd="0" presId="urn:microsoft.com/office/officeart/2018/5/layout/IconCircleLabelList"/>
    <dgm:cxn modelId="{EFACDD9A-C1F4-49BA-B23A-90937E89EF9E}" type="presParOf" srcId="{5D8F9FC6-2CEA-4F3E-B882-52CF1486AEF4}" destId="{35875B43-421F-4B27-972C-033495CB5DF7}" srcOrd="3" destOrd="0" presId="urn:microsoft.com/office/officeart/2018/5/layout/IconCircleLabelList"/>
    <dgm:cxn modelId="{04F8F191-7D7E-41F4-8F44-B01A5CDBA766}" type="presParOf" srcId="{39D1271D-872F-434F-BBF6-5F54AEB0EFE2}" destId="{2D6161EF-B998-460C-82A1-E590C107C0CE}" srcOrd="3" destOrd="0" presId="urn:microsoft.com/office/officeart/2018/5/layout/IconCircleLabelList"/>
    <dgm:cxn modelId="{FA441930-B268-4E43-9EF6-A8341780A3FC}" type="presParOf" srcId="{39D1271D-872F-434F-BBF6-5F54AEB0EFE2}" destId="{626970BD-EDAF-4ABA-83F8-1567C65DB17D}" srcOrd="4" destOrd="0" presId="urn:microsoft.com/office/officeart/2018/5/layout/IconCircleLabelList"/>
    <dgm:cxn modelId="{0BB450C8-62EC-4C75-9EA5-4CB873D9AEB3}" type="presParOf" srcId="{626970BD-EDAF-4ABA-83F8-1567C65DB17D}" destId="{AECB4540-15C1-4198-8D03-4C8384167F54}" srcOrd="0" destOrd="0" presId="urn:microsoft.com/office/officeart/2018/5/layout/IconCircleLabelList"/>
    <dgm:cxn modelId="{918AECBE-6AA9-4579-936C-C3CDF6F26EAD}" type="presParOf" srcId="{626970BD-EDAF-4ABA-83F8-1567C65DB17D}" destId="{AED3CA31-692A-48ED-BD5B-C43AE264BEEB}" srcOrd="1" destOrd="0" presId="urn:microsoft.com/office/officeart/2018/5/layout/IconCircleLabelList"/>
    <dgm:cxn modelId="{72ADCD3E-8F3E-41A6-8191-3188A44D0913}" type="presParOf" srcId="{626970BD-EDAF-4ABA-83F8-1567C65DB17D}" destId="{5FFBF173-846D-46E0-B04A-0090826F3B89}" srcOrd="2" destOrd="0" presId="urn:microsoft.com/office/officeart/2018/5/layout/IconCircleLabelList"/>
    <dgm:cxn modelId="{C3402BDF-09F6-4E0E-BB3B-9B90C2597D5A}" type="presParOf" srcId="{626970BD-EDAF-4ABA-83F8-1567C65DB17D}" destId="{CE16A3FD-B57E-4E55-A06B-E5FBA77CED1F}" srcOrd="3" destOrd="0" presId="urn:microsoft.com/office/officeart/2018/5/layout/IconCircleLabelList"/>
    <dgm:cxn modelId="{F9856D93-FD58-4D7D-BEB3-065A123B938D}" type="presParOf" srcId="{39D1271D-872F-434F-BBF6-5F54AEB0EFE2}" destId="{A6713A5D-EDDD-4CE9-BA4F-4F3DDB68A97D}" srcOrd="5" destOrd="0" presId="urn:microsoft.com/office/officeart/2018/5/layout/IconCircleLabelList"/>
    <dgm:cxn modelId="{51AD1E46-BF72-4E3C-AD2E-024E27E3FBFA}" type="presParOf" srcId="{39D1271D-872F-434F-BBF6-5F54AEB0EFE2}" destId="{EE327A40-E78A-4FF9-9928-1F7FACB275A1}" srcOrd="6" destOrd="0" presId="urn:microsoft.com/office/officeart/2018/5/layout/IconCircleLabelList"/>
    <dgm:cxn modelId="{76C35FCE-305E-4BB9-A8B7-F18F11D8AF02}" type="presParOf" srcId="{EE327A40-E78A-4FF9-9928-1F7FACB275A1}" destId="{3A25A003-56F7-436D-B57B-2F352749E103}" srcOrd="0" destOrd="0" presId="urn:microsoft.com/office/officeart/2018/5/layout/IconCircleLabelList"/>
    <dgm:cxn modelId="{53007F59-ABFD-455F-8E91-0EB3D75D50BE}" type="presParOf" srcId="{EE327A40-E78A-4FF9-9928-1F7FACB275A1}" destId="{468E10F9-CB73-434C-8385-43C8160EB608}" srcOrd="1" destOrd="0" presId="urn:microsoft.com/office/officeart/2018/5/layout/IconCircleLabelList"/>
    <dgm:cxn modelId="{7E505A4B-8DD6-44D8-9124-B76314EB4518}" type="presParOf" srcId="{EE327A40-E78A-4FF9-9928-1F7FACB275A1}" destId="{48951314-2FB2-4094-B65B-E5F3DCE1A6A4}" srcOrd="2" destOrd="0" presId="urn:microsoft.com/office/officeart/2018/5/layout/IconCircleLabelList"/>
    <dgm:cxn modelId="{20BBC87E-0AB4-4D4F-AE5A-8074607C3390}" type="presParOf" srcId="{EE327A40-E78A-4FF9-9928-1F7FACB275A1}" destId="{40517F9E-25BC-4AA4-966C-ABC639DB515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4D59FD-A8E2-415B-A82A-1B35B9DA56A1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787BFB1-56CD-4F01-9990-BD2DFEFAACA2}">
      <dgm:prSet/>
      <dgm:spPr/>
      <dgm:t>
        <a:bodyPr/>
        <a:lstStyle/>
        <a:p>
          <a:r>
            <a:rPr lang="en-US" b="1" i="0" baseline="0"/>
            <a:t>OpenCV</a:t>
          </a:r>
          <a:r>
            <a:rPr lang="en-US" b="0" i="0" baseline="0"/>
            <a:t> → image processing</a:t>
          </a:r>
          <a:endParaRPr lang="en-US"/>
        </a:p>
      </dgm:t>
    </dgm:pt>
    <dgm:pt modelId="{D4AB1E79-759B-4E51-AC45-9A09782B7656}" type="parTrans" cxnId="{6A941EFD-7E4C-45F1-8A66-44AC3896085C}">
      <dgm:prSet/>
      <dgm:spPr/>
      <dgm:t>
        <a:bodyPr/>
        <a:lstStyle/>
        <a:p>
          <a:endParaRPr lang="en-US"/>
        </a:p>
      </dgm:t>
    </dgm:pt>
    <dgm:pt modelId="{CEF3CF79-61E2-4AF0-834B-AFFB053DDD75}" type="sibTrans" cxnId="{6A941EFD-7E4C-45F1-8A66-44AC3896085C}">
      <dgm:prSet/>
      <dgm:spPr/>
      <dgm:t>
        <a:bodyPr/>
        <a:lstStyle/>
        <a:p>
          <a:endParaRPr lang="en-US"/>
        </a:p>
      </dgm:t>
    </dgm:pt>
    <dgm:pt modelId="{1064B221-D3B9-4E03-9BB8-CBCCA705AE76}">
      <dgm:prSet/>
      <dgm:spPr/>
      <dgm:t>
        <a:bodyPr/>
        <a:lstStyle/>
        <a:p>
          <a:r>
            <a:rPr lang="en-US" b="1" i="0" baseline="0"/>
            <a:t>YOLO</a:t>
          </a:r>
          <a:r>
            <a:rPr lang="en-US" b="0" i="0" baseline="0"/>
            <a:t> → object detection</a:t>
          </a:r>
          <a:endParaRPr lang="en-US"/>
        </a:p>
      </dgm:t>
    </dgm:pt>
    <dgm:pt modelId="{BF06A4E3-AD56-4F0A-BC86-C9D538AC1A02}" type="parTrans" cxnId="{65EC6A06-8E4F-4A9F-AD3A-1D9DD9AEDA2E}">
      <dgm:prSet/>
      <dgm:spPr/>
      <dgm:t>
        <a:bodyPr/>
        <a:lstStyle/>
        <a:p>
          <a:endParaRPr lang="en-US"/>
        </a:p>
      </dgm:t>
    </dgm:pt>
    <dgm:pt modelId="{9DD963B7-981F-4E85-8ABA-528B625D1745}" type="sibTrans" cxnId="{65EC6A06-8E4F-4A9F-AD3A-1D9DD9AEDA2E}">
      <dgm:prSet/>
      <dgm:spPr/>
      <dgm:t>
        <a:bodyPr/>
        <a:lstStyle/>
        <a:p>
          <a:endParaRPr lang="en-US"/>
        </a:p>
      </dgm:t>
    </dgm:pt>
    <dgm:pt modelId="{22D5CD9F-6A39-4A23-B81F-725B9B668C97}">
      <dgm:prSet/>
      <dgm:spPr/>
      <dgm:t>
        <a:bodyPr/>
        <a:lstStyle/>
        <a:p>
          <a:r>
            <a:rPr lang="en-US" b="1" i="0" baseline="0"/>
            <a:t>Tesseract OCR</a:t>
          </a:r>
          <a:r>
            <a:rPr lang="en-US" b="0" i="0" baseline="0"/>
            <a:t> → plate reading</a:t>
          </a:r>
          <a:endParaRPr lang="en-US"/>
        </a:p>
      </dgm:t>
    </dgm:pt>
    <dgm:pt modelId="{38A6D4B9-1ADB-4B16-B5D8-DF1450372753}" type="parTrans" cxnId="{6621F568-3799-4BC7-B800-250285A36F76}">
      <dgm:prSet/>
      <dgm:spPr/>
      <dgm:t>
        <a:bodyPr/>
        <a:lstStyle/>
        <a:p>
          <a:endParaRPr lang="en-US"/>
        </a:p>
      </dgm:t>
    </dgm:pt>
    <dgm:pt modelId="{1C8FF640-3CC3-430C-9E96-2A9D0412BA94}" type="sibTrans" cxnId="{6621F568-3799-4BC7-B800-250285A36F76}">
      <dgm:prSet/>
      <dgm:spPr/>
      <dgm:t>
        <a:bodyPr/>
        <a:lstStyle/>
        <a:p>
          <a:endParaRPr lang="en-US"/>
        </a:p>
      </dgm:t>
    </dgm:pt>
    <dgm:pt modelId="{EB9FEC42-61CF-4EEF-9E82-527E04D78D6E}">
      <dgm:prSet/>
      <dgm:spPr/>
      <dgm:t>
        <a:bodyPr/>
        <a:lstStyle/>
        <a:p>
          <a:r>
            <a:rPr lang="en-US" b="1" i="0" baseline="0"/>
            <a:t>Python scripts</a:t>
          </a:r>
          <a:r>
            <a:rPr lang="en-US" b="0" i="0" baseline="0"/>
            <a:t> → control logic</a:t>
          </a:r>
          <a:endParaRPr lang="en-US"/>
        </a:p>
      </dgm:t>
    </dgm:pt>
    <dgm:pt modelId="{D2BCB7D4-DE49-454B-85FD-B6B799A02643}" type="parTrans" cxnId="{250AFA09-F7FD-4059-8C15-740E675BC1F1}">
      <dgm:prSet/>
      <dgm:spPr/>
      <dgm:t>
        <a:bodyPr/>
        <a:lstStyle/>
        <a:p>
          <a:endParaRPr lang="en-US"/>
        </a:p>
      </dgm:t>
    </dgm:pt>
    <dgm:pt modelId="{B1565921-DEC9-4AB5-994E-25A1BA3B02AD}" type="sibTrans" cxnId="{250AFA09-F7FD-4059-8C15-740E675BC1F1}">
      <dgm:prSet/>
      <dgm:spPr/>
      <dgm:t>
        <a:bodyPr/>
        <a:lstStyle/>
        <a:p>
          <a:endParaRPr lang="en-US"/>
        </a:p>
      </dgm:t>
    </dgm:pt>
    <dgm:pt modelId="{A4B92154-BA80-48B8-8CC2-8ADAEA218DED}">
      <dgm:prSet/>
      <dgm:spPr/>
      <dgm:t>
        <a:bodyPr/>
        <a:lstStyle/>
        <a:p>
          <a:r>
            <a:rPr lang="en-US" b="1" i="0" baseline="0"/>
            <a:t>Drone firmware (Betaflight / PX4)</a:t>
          </a:r>
          <a:endParaRPr lang="en-US"/>
        </a:p>
      </dgm:t>
    </dgm:pt>
    <dgm:pt modelId="{A2161C62-F458-4280-B89D-22786F6BAA83}" type="parTrans" cxnId="{DC029E06-7A20-4598-8682-99DAD5146F94}">
      <dgm:prSet/>
      <dgm:spPr/>
      <dgm:t>
        <a:bodyPr/>
        <a:lstStyle/>
        <a:p>
          <a:endParaRPr lang="en-US"/>
        </a:p>
      </dgm:t>
    </dgm:pt>
    <dgm:pt modelId="{0EC4109F-AAE1-4230-8EAF-157CD9741A1F}" type="sibTrans" cxnId="{DC029E06-7A20-4598-8682-99DAD5146F94}">
      <dgm:prSet/>
      <dgm:spPr/>
      <dgm:t>
        <a:bodyPr/>
        <a:lstStyle/>
        <a:p>
          <a:endParaRPr lang="en-US"/>
        </a:p>
      </dgm:t>
    </dgm:pt>
    <dgm:pt modelId="{CB66BB5A-D65E-6A45-B491-ED83005AFDAC}" type="pres">
      <dgm:prSet presAssocID="{4F4D59FD-A8E2-415B-A82A-1B35B9DA56A1}" presName="linear" presStyleCnt="0">
        <dgm:presLayoutVars>
          <dgm:dir/>
          <dgm:animLvl val="lvl"/>
          <dgm:resizeHandles val="exact"/>
        </dgm:presLayoutVars>
      </dgm:prSet>
      <dgm:spPr/>
    </dgm:pt>
    <dgm:pt modelId="{CFA1A06A-E2EF-4644-86CD-C886B8B28FBF}" type="pres">
      <dgm:prSet presAssocID="{7787BFB1-56CD-4F01-9990-BD2DFEFAACA2}" presName="parentLin" presStyleCnt="0"/>
      <dgm:spPr/>
    </dgm:pt>
    <dgm:pt modelId="{1DEF5A65-6C8F-434F-8488-6A9F3F02EE6F}" type="pres">
      <dgm:prSet presAssocID="{7787BFB1-56CD-4F01-9990-BD2DFEFAACA2}" presName="parentLeftMargin" presStyleLbl="node1" presStyleIdx="0" presStyleCnt="5"/>
      <dgm:spPr/>
    </dgm:pt>
    <dgm:pt modelId="{C61268D9-B138-2843-8152-09DB0C133F14}" type="pres">
      <dgm:prSet presAssocID="{7787BFB1-56CD-4F01-9990-BD2DFEFAACA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C8249A1-15CD-B249-BFEE-0A47D9ACDCAD}" type="pres">
      <dgm:prSet presAssocID="{7787BFB1-56CD-4F01-9990-BD2DFEFAACA2}" presName="negativeSpace" presStyleCnt="0"/>
      <dgm:spPr/>
    </dgm:pt>
    <dgm:pt modelId="{B66B0C2C-1504-F841-BCC1-07F03BD951FC}" type="pres">
      <dgm:prSet presAssocID="{7787BFB1-56CD-4F01-9990-BD2DFEFAACA2}" presName="childText" presStyleLbl="conFgAcc1" presStyleIdx="0" presStyleCnt="5">
        <dgm:presLayoutVars>
          <dgm:bulletEnabled val="1"/>
        </dgm:presLayoutVars>
      </dgm:prSet>
      <dgm:spPr/>
    </dgm:pt>
    <dgm:pt modelId="{F5D041FB-5D32-F744-AF2C-512E8F71400B}" type="pres">
      <dgm:prSet presAssocID="{CEF3CF79-61E2-4AF0-834B-AFFB053DDD75}" presName="spaceBetweenRectangles" presStyleCnt="0"/>
      <dgm:spPr/>
    </dgm:pt>
    <dgm:pt modelId="{9BD2CDBD-C8F2-744D-BABE-4146989D17B1}" type="pres">
      <dgm:prSet presAssocID="{1064B221-D3B9-4E03-9BB8-CBCCA705AE76}" presName="parentLin" presStyleCnt="0"/>
      <dgm:spPr/>
    </dgm:pt>
    <dgm:pt modelId="{A5BBEF57-FC8F-E84A-9EC1-1B8A12327E66}" type="pres">
      <dgm:prSet presAssocID="{1064B221-D3B9-4E03-9BB8-CBCCA705AE76}" presName="parentLeftMargin" presStyleLbl="node1" presStyleIdx="0" presStyleCnt="5"/>
      <dgm:spPr/>
    </dgm:pt>
    <dgm:pt modelId="{4C205CEF-6C64-C74B-9C0E-02F90A26CC2E}" type="pres">
      <dgm:prSet presAssocID="{1064B221-D3B9-4E03-9BB8-CBCCA705AE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66DE061-E108-0140-B64B-960BCFAA4266}" type="pres">
      <dgm:prSet presAssocID="{1064B221-D3B9-4E03-9BB8-CBCCA705AE76}" presName="negativeSpace" presStyleCnt="0"/>
      <dgm:spPr/>
    </dgm:pt>
    <dgm:pt modelId="{95BAF285-3905-4B4C-8A48-DA32116EA510}" type="pres">
      <dgm:prSet presAssocID="{1064B221-D3B9-4E03-9BB8-CBCCA705AE76}" presName="childText" presStyleLbl="conFgAcc1" presStyleIdx="1" presStyleCnt="5">
        <dgm:presLayoutVars>
          <dgm:bulletEnabled val="1"/>
        </dgm:presLayoutVars>
      </dgm:prSet>
      <dgm:spPr/>
    </dgm:pt>
    <dgm:pt modelId="{F1D804B4-874C-E44F-8503-7EE5B98B1F74}" type="pres">
      <dgm:prSet presAssocID="{9DD963B7-981F-4E85-8ABA-528B625D1745}" presName="spaceBetweenRectangles" presStyleCnt="0"/>
      <dgm:spPr/>
    </dgm:pt>
    <dgm:pt modelId="{D8BEC218-9AB6-6B4A-B1DF-8EC62BA37B94}" type="pres">
      <dgm:prSet presAssocID="{22D5CD9F-6A39-4A23-B81F-725B9B668C97}" presName="parentLin" presStyleCnt="0"/>
      <dgm:spPr/>
    </dgm:pt>
    <dgm:pt modelId="{85A1DA9C-5A87-044B-8F62-CB8E28B65518}" type="pres">
      <dgm:prSet presAssocID="{22D5CD9F-6A39-4A23-B81F-725B9B668C97}" presName="parentLeftMargin" presStyleLbl="node1" presStyleIdx="1" presStyleCnt="5"/>
      <dgm:spPr/>
    </dgm:pt>
    <dgm:pt modelId="{5315D29B-A319-604D-8763-D3F7675A6AD2}" type="pres">
      <dgm:prSet presAssocID="{22D5CD9F-6A39-4A23-B81F-725B9B668C9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3613F5B-918C-8648-A315-8698D94D544A}" type="pres">
      <dgm:prSet presAssocID="{22D5CD9F-6A39-4A23-B81F-725B9B668C97}" presName="negativeSpace" presStyleCnt="0"/>
      <dgm:spPr/>
    </dgm:pt>
    <dgm:pt modelId="{7EA0D02D-BABE-F247-885B-02F8298B0628}" type="pres">
      <dgm:prSet presAssocID="{22D5CD9F-6A39-4A23-B81F-725B9B668C97}" presName="childText" presStyleLbl="conFgAcc1" presStyleIdx="2" presStyleCnt="5">
        <dgm:presLayoutVars>
          <dgm:bulletEnabled val="1"/>
        </dgm:presLayoutVars>
      </dgm:prSet>
      <dgm:spPr/>
    </dgm:pt>
    <dgm:pt modelId="{A825401E-DF89-8141-8FE7-0D45CF9735B5}" type="pres">
      <dgm:prSet presAssocID="{1C8FF640-3CC3-430C-9E96-2A9D0412BA94}" presName="spaceBetweenRectangles" presStyleCnt="0"/>
      <dgm:spPr/>
    </dgm:pt>
    <dgm:pt modelId="{6ED3A248-AC76-2C4E-A1F0-DB3BE6BDFB85}" type="pres">
      <dgm:prSet presAssocID="{EB9FEC42-61CF-4EEF-9E82-527E04D78D6E}" presName="parentLin" presStyleCnt="0"/>
      <dgm:spPr/>
    </dgm:pt>
    <dgm:pt modelId="{700486FD-737E-F64B-AA56-E5BB2C41FF44}" type="pres">
      <dgm:prSet presAssocID="{EB9FEC42-61CF-4EEF-9E82-527E04D78D6E}" presName="parentLeftMargin" presStyleLbl="node1" presStyleIdx="2" presStyleCnt="5"/>
      <dgm:spPr/>
    </dgm:pt>
    <dgm:pt modelId="{93A50B8B-D84C-7D47-8079-3910A86D1DE7}" type="pres">
      <dgm:prSet presAssocID="{EB9FEC42-61CF-4EEF-9E82-527E04D78D6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1A2202D-0482-5544-B31E-5B2BE3AA4ED8}" type="pres">
      <dgm:prSet presAssocID="{EB9FEC42-61CF-4EEF-9E82-527E04D78D6E}" presName="negativeSpace" presStyleCnt="0"/>
      <dgm:spPr/>
    </dgm:pt>
    <dgm:pt modelId="{F6A76D94-F44D-0941-8A4D-A7EE640ECD46}" type="pres">
      <dgm:prSet presAssocID="{EB9FEC42-61CF-4EEF-9E82-527E04D78D6E}" presName="childText" presStyleLbl="conFgAcc1" presStyleIdx="3" presStyleCnt="5">
        <dgm:presLayoutVars>
          <dgm:bulletEnabled val="1"/>
        </dgm:presLayoutVars>
      </dgm:prSet>
      <dgm:spPr/>
    </dgm:pt>
    <dgm:pt modelId="{F901B221-7132-2F4B-AE53-29624151A99D}" type="pres">
      <dgm:prSet presAssocID="{B1565921-DEC9-4AB5-994E-25A1BA3B02AD}" presName="spaceBetweenRectangles" presStyleCnt="0"/>
      <dgm:spPr/>
    </dgm:pt>
    <dgm:pt modelId="{56828FF4-F363-7147-AC69-FE84D308C943}" type="pres">
      <dgm:prSet presAssocID="{A4B92154-BA80-48B8-8CC2-8ADAEA218DED}" presName="parentLin" presStyleCnt="0"/>
      <dgm:spPr/>
    </dgm:pt>
    <dgm:pt modelId="{B4CE8238-B7AD-9A46-8138-E475849AE239}" type="pres">
      <dgm:prSet presAssocID="{A4B92154-BA80-48B8-8CC2-8ADAEA218DED}" presName="parentLeftMargin" presStyleLbl="node1" presStyleIdx="3" presStyleCnt="5"/>
      <dgm:spPr/>
    </dgm:pt>
    <dgm:pt modelId="{CE3A70EF-28E2-F740-9E4F-176E5406438C}" type="pres">
      <dgm:prSet presAssocID="{A4B92154-BA80-48B8-8CC2-8ADAEA218DE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AD597F0-E82B-2644-8E66-52694A0679B2}" type="pres">
      <dgm:prSet presAssocID="{A4B92154-BA80-48B8-8CC2-8ADAEA218DED}" presName="negativeSpace" presStyleCnt="0"/>
      <dgm:spPr/>
    </dgm:pt>
    <dgm:pt modelId="{C02E506D-A390-4A4A-AFF3-1C0089F3BED2}" type="pres">
      <dgm:prSet presAssocID="{A4B92154-BA80-48B8-8CC2-8ADAEA218DE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3F56E05-52C1-B143-A49F-C86691508572}" type="presOf" srcId="{1064B221-D3B9-4E03-9BB8-CBCCA705AE76}" destId="{A5BBEF57-FC8F-E84A-9EC1-1B8A12327E66}" srcOrd="0" destOrd="0" presId="urn:microsoft.com/office/officeart/2005/8/layout/list1"/>
    <dgm:cxn modelId="{65EC6A06-8E4F-4A9F-AD3A-1D9DD9AEDA2E}" srcId="{4F4D59FD-A8E2-415B-A82A-1B35B9DA56A1}" destId="{1064B221-D3B9-4E03-9BB8-CBCCA705AE76}" srcOrd="1" destOrd="0" parTransId="{BF06A4E3-AD56-4F0A-BC86-C9D538AC1A02}" sibTransId="{9DD963B7-981F-4E85-8ABA-528B625D1745}"/>
    <dgm:cxn modelId="{DC029E06-7A20-4598-8682-99DAD5146F94}" srcId="{4F4D59FD-A8E2-415B-A82A-1B35B9DA56A1}" destId="{A4B92154-BA80-48B8-8CC2-8ADAEA218DED}" srcOrd="4" destOrd="0" parTransId="{A2161C62-F458-4280-B89D-22786F6BAA83}" sibTransId="{0EC4109F-AAE1-4230-8EAF-157CD9741A1F}"/>
    <dgm:cxn modelId="{250AFA09-F7FD-4059-8C15-740E675BC1F1}" srcId="{4F4D59FD-A8E2-415B-A82A-1B35B9DA56A1}" destId="{EB9FEC42-61CF-4EEF-9E82-527E04D78D6E}" srcOrd="3" destOrd="0" parTransId="{D2BCB7D4-DE49-454B-85FD-B6B799A02643}" sibTransId="{B1565921-DEC9-4AB5-994E-25A1BA3B02AD}"/>
    <dgm:cxn modelId="{67BD3220-9F28-E443-BBF9-6FFEE8DA3800}" type="presOf" srcId="{EB9FEC42-61CF-4EEF-9E82-527E04D78D6E}" destId="{93A50B8B-D84C-7D47-8079-3910A86D1DE7}" srcOrd="1" destOrd="0" presId="urn:microsoft.com/office/officeart/2005/8/layout/list1"/>
    <dgm:cxn modelId="{9DD8C127-4582-6844-86F4-6374E6815729}" type="presOf" srcId="{A4B92154-BA80-48B8-8CC2-8ADAEA218DED}" destId="{CE3A70EF-28E2-F740-9E4F-176E5406438C}" srcOrd="1" destOrd="0" presId="urn:microsoft.com/office/officeart/2005/8/layout/list1"/>
    <dgm:cxn modelId="{C35B7546-CC4C-D044-8A54-5640D2E0EE6B}" type="presOf" srcId="{EB9FEC42-61CF-4EEF-9E82-527E04D78D6E}" destId="{700486FD-737E-F64B-AA56-E5BB2C41FF44}" srcOrd="0" destOrd="0" presId="urn:microsoft.com/office/officeart/2005/8/layout/list1"/>
    <dgm:cxn modelId="{BAB38F4B-B658-764F-B9B8-990789C7C546}" type="presOf" srcId="{22D5CD9F-6A39-4A23-B81F-725B9B668C97}" destId="{5315D29B-A319-604D-8763-D3F7675A6AD2}" srcOrd="1" destOrd="0" presId="urn:microsoft.com/office/officeart/2005/8/layout/list1"/>
    <dgm:cxn modelId="{6621F568-3799-4BC7-B800-250285A36F76}" srcId="{4F4D59FD-A8E2-415B-A82A-1B35B9DA56A1}" destId="{22D5CD9F-6A39-4A23-B81F-725B9B668C97}" srcOrd="2" destOrd="0" parTransId="{38A6D4B9-1ADB-4B16-B5D8-DF1450372753}" sibTransId="{1C8FF640-3CC3-430C-9E96-2A9D0412BA94}"/>
    <dgm:cxn modelId="{DC9A956A-6D6B-8944-99EA-6EA168AD5F41}" type="presOf" srcId="{22D5CD9F-6A39-4A23-B81F-725B9B668C97}" destId="{85A1DA9C-5A87-044B-8F62-CB8E28B65518}" srcOrd="0" destOrd="0" presId="urn:microsoft.com/office/officeart/2005/8/layout/list1"/>
    <dgm:cxn modelId="{95C8AE6A-B0EC-BD43-AA89-140691E9F05E}" type="presOf" srcId="{7787BFB1-56CD-4F01-9990-BD2DFEFAACA2}" destId="{1DEF5A65-6C8F-434F-8488-6A9F3F02EE6F}" srcOrd="0" destOrd="0" presId="urn:microsoft.com/office/officeart/2005/8/layout/list1"/>
    <dgm:cxn modelId="{51BFB79D-ACC9-2F4D-B97B-E13FB84F7CE9}" type="presOf" srcId="{A4B92154-BA80-48B8-8CC2-8ADAEA218DED}" destId="{B4CE8238-B7AD-9A46-8138-E475849AE239}" srcOrd="0" destOrd="0" presId="urn:microsoft.com/office/officeart/2005/8/layout/list1"/>
    <dgm:cxn modelId="{12EBD3C6-2BC9-1C41-8C57-A5E6513CF6FB}" type="presOf" srcId="{1064B221-D3B9-4E03-9BB8-CBCCA705AE76}" destId="{4C205CEF-6C64-C74B-9C0E-02F90A26CC2E}" srcOrd="1" destOrd="0" presId="urn:microsoft.com/office/officeart/2005/8/layout/list1"/>
    <dgm:cxn modelId="{D0E5ADC9-0443-6045-A90A-FB12AE4C4A75}" type="presOf" srcId="{7787BFB1-56CD-4F01-9990-BD2DFEFAACA2}" destId="{C61268D9-B138-2843-8152-09DB0C133F14}" srcOrd="1" destOrd="0" presId="urn:microsoft.com/office/officeart/2005/8/layout/list1"/>
    <dgm:cxn modelId="{246991E7-80C3-3B42-AB66-9B0EB8B116BB}" type="presOf" srcId="{4F4D59FD-A8E2-415B-A82A-1B35B9DA56A1}" destId="{CB66BB5A-D65E-6A45-B491-ED83005AFDAC}" srcOrd="0" destOrd="0" presId="urn:microsoft.com/office/officeart/2005/8/layout/list1"/>
    <dgm:cxn modelId="{6A941EFD-7E4C-45F1-8A66-44AC3896085C}" srcId="{4F4D59FD-A8E2-415B-A82A-1B35B9DA56A1}" destId="{7787BFB1-56CD-4F01-9990-BD2DFEFAACA2}" srcOrd="0" destOrd="0" parTransId="{D4AB1E79-759B-4E51-AC45-9A09782B7656}" sibTransId="{CEF3CF79-61E2-4AF0-834B-AFFB053DDD75}"/>
    <dgm:cxn modelId="{9BB02CB9-7986-EA4C-A196-4E30700752BA}" type="presParOf" srcId="{CB66BB5A-D65E-6A45-B491-ED83005AFDAC}" destId="{CFA1A06A-E2EF-4644-86CD-C886B8B28FBF}" srcOrd="0" destOrd="0" presId="urn:microsoft.com/office/officeart/2005/8/layout/list1"/>
    <dgm:cxn modelId="{8BBA9A33-46CF-3F4A-947E-33DA6E46A438}" type="presParOf" srcId="{CFA1A06A-E2EF-4644-86CD-C886B8B28FBF}" destId="{1DEF5A65-6C8F-434F-8488-6A9F3F02EE6F}" srcOrd="0" destOrd="0" presId="urn:microsoft.com/office/officeart/2005/8/layout/list1"/>
    <dgm:cxn modelId="{AFA52E05-AB0E-924E-91CE-F23E4E745F0B}" type="presParOf" srcId="{CFA1A06A-E2EF-4644-86CD-C886B8B28FBF}" destId="{C61268D9-B138-2843-8152-09DB0C133F14}" srcOrd="1" destOrd="0" presId="urn:microsoft.com/office/officeart/2005/8/layout/list1"/>
    <dgm:cxn modelId="{8ACB1F00-7C46-BB47-81D4-D0DD39222FE2}" type="presParOf" srcId="{CB66BB5A-D65E-6A45-B491-ED83005AFDAC}" destId="{2C8249A1-15CD-B249-BFEE-0A47D9ACDCAD}" srcOrd="1" destOrd="0" presId="urn:microsoft.com/office/officeart/2005/8/layout/list1"/>
    <dgm:cxn modelId="{43CF58C4-2B36-E544-9973-5A128E962208}" type="presParOf" srcId="{CB66BB5A-D65E-6A45-B491-ED83005AFDAC}" destId="{B66B0C2C-1504-F841-BCC1-07F03BD951FC}" srcOrd="2" destOrd="0" presId="urn:microsoft.com/office/officeart/2005/8/layout/list1"/>
    <dgm:cxn modelId="{A3925A69-7E1C-894F-A2A7-759502E3EC35}" type="presParOf" srcId="{CB66BB5A-D65E-6A45-B491-ED83005AFDAC}" destId="{F5D041FB-5D32-F744-AF2C-512E8F71400B}" srcOrd="3" destOrd="0" presId="urn:microsoft.com/office/officeart/2005/8/layout/list1"/>
    <dgm:cxn modelId="{677B7C4E-B362-0546-A153-6FBD92E842FC}" type="presParOf" srcId="{CB66BB5A-D65E-6A45-B491-ED83005AFDAC}" destId="{9BD2CDBD-C8F2-744D-BABE-4146989D17B1}" srcOrd="4" destOrd="0" presId="urn:microsoft.com/office/officeart/2005/8/layout/list1"/>
    <dgm:cxn modelId="{F6809D7C-AF86-5043-ACB3-7EA63373C316}" type="presParOf" srcId="{9BD2CDBD-C8F2-744D-BABE-4146989D17B1}" destId="{A5BBEF57-FC8F-E84A-9EC1-1B8A12327E66}" srcOrd="0" destOrd="0" presId="urn:microsoft.com/office/officeart/2005/8/layout/list1"/>
    <dgm:cxn modelId="{D613C653-D938-4A4B-BBED-41AF05164B15}" type="presParOf" srcId="{9BD2CDBD-C8F2-744D-BABE-4146989D17B1}" destId="{4C205CEF-6C64-C74B-9C0E-02F90A26CC2E}" srcOrd="1" destOrd="0" presId="urn:microsoft.com/office/officeart/2005/8/layout/list1"/>
    <dgm:cxn modelId="{D30234F4-8ECB-7D43-8156-20BFC971C2B0}" type="presParOf" srcId="{CB66BB5A-D65E-6A45-B491-ED83005AFDAC}" destId="{366DE061-E108-0140-B64B-960BCFAA4266}" srcOrd="5" destOrd="0" presId="urn:microsoft.com/office/officeart/2005/8/layout/list1"/>
    <dgm:cxn modelId="{BE89CADA-AFA1-C24C-AAAD-EC120E49A56D}" type="presParOf" srcId="{CB66BB5A-D65E-6A45-B491-ED83005AFDAC}" destId="{95BAF285-3905-4B4C-8A48-DA32116EA510}" srcOrd="6" destOrd="0" presId="urn:microsoft.com/office/officeart/2005/8/layout/list1"/>
    <dgm:cxn modelId="{D5EEB8B7-F0F8-0B40-B250-5BE74C69712A}" type="presParOf" srcId="{CB66BB5A-D65E-6A45-B491-ED83005AFDAC}" destId="{F1D804B4-874C-E44F-8503-7EE5B98B1F74}" srcOrd="7" destOrd="0" presId="urn:microsoft.com/office/officeart/2005/8/layout/list1"/>
    <dgm:cxn modelId="{E136944C-B24F-BA48-B03A-D5BC9E6F4CF6}" type="presParOf" srcId="{CB66BB5A-D65E-6A45-B491-ED83005AFDAC}" destId="{D8BEC218-9AB6-6B4A-B1DF-8EC62BA37B94}" srcOrd="8" destOrd="0" presId="urn:microsoft.com/office/officeart/2005/8/layout/list1"/>
    <dgm:cxn modelId="{D85A700D-3B7E-1441-9477-59F557BFE95E}" type="presParOf" srcId="{D8BEC218-9AB6-6B4A-B1DF-8EC62BA37B94}" destId="{85A1DA9C-5A87-044B-8F62-CB8E28B65518}" srcOrd="0" destOrd="0" presId="urn:microsoft.com/office/officeart/2005/8/layout/list1"/>
    <dgm:cxn modelId="{6332D83B-377B-E843-9D03-1BCBB92CD757}" type="presParOf" srcId="{D8BEC218-9AB6-6B4A-B1DF-8EC62BA37B94}" destId="{5315D29B-A319-604D-8763-D3F7675A6AD2}" srcOrd="1" destOrd="0" presId="urn:microsoft.com/office/officeart/2005/8/layout/list1"/>
    <dgm:cxn modelId="{34CB89C7-424C-F447-853B-3C6F06267875}" type="presParOf" srcId="{CB66BB5A-D65E-6A45-B491-ED83005AFDAC}" destId="{63613F5B-918C-8648-A315-8698D94D544A}" srcOrd="9" destOrd="0" presId="urn:microsoft.com/office/officeart/2005/8/layout/list1"/>
    <dgm:cxn modelId="{87B69980-DFE1-C744-AC9E-23A69DC4920E}" type="presParOf" srcId="{CB66BB5A-D65E-6A45-B491-ED83005AFDAC}" destId="{7EA0D02D-BABE-F247-885B-02F8298B0628}" srcOrd="10" destOrd="0" presId="urn:microsoft.com/office/officeart/2005/8/layout/list1"/>
    <dgm:cxn modelId="{E5A86642-98FE-DB49-972E-46FFD7FA8F9B}" type="presParOf" srcId="{CB66BB5A-D65E-6A45-B491-ED83005AFDAC}" destId="{A825401E-DF89-8141-8FE7-0D45CF9735B5}" srcOrd="11" destOrd="0" presId="urn:microsoft.com/office/officeart/2005/8/layout/list1"/>
    <dgm:cxn modelId="{5EA2BB8B-8FC6-F244-A3AC-23DC366BC111}" type="presParOf" srcId="{CB66BB5A-D65E-6A45-B491-ED83005AFDAC}" destId="{6ED3A248-AC76-2C4E-A1F0-DB3BE6BDFB85}" srcOrd="12" destOrd="0" presId="urn:microsoft.com/office/officeart/2005/8/layout/list1"/>
    <dgm:cxn modelId="{FBF2A19A-77AF-BE4B-8262-F56FEE27BBA7}" type="presParOf" srcId="{6ED3A248-AC76-2C4E-A1F0-DB3BE6BDFB85}" destId="{700486FD-737E-F64B-AA56-E5BB2C41FF44}" srcOrd="0" destOrd="0" presId="urn:microsoft.com/office/officeart/2005/8/layout/list1"/>
    <dgm:cxn modelId="{D70F8477-9F2E-AD45-90B8-1EBB7E6630BF}" type="presParOf" srcId="{6ED3A248-AC76-2C4E-A1F0-DB3BE6BDFB85}" destId="{93A50B8B-D84C-7D47-8079-3910A86D1DE7}" srcOrd="1" destOrd="0" presId="urn:microsoft.com/office/officeart/2005/8/layout/list1"/>
    <dgm:cxn modelId="{25A25069-B2B4-434A-A9C7-8F64C04975D4}" type="presParOf" srcId="{CB66BB5A-D65E-6A45-B491-ED83005AFDAC}" destId="{C1A2202D-0482-5544-B31E-5B2BE3AA4ED8}" srcOrd="13" destOrd="0" presId="urn:microsoft.com/office/officeart/2005/8/layout/list1"/>
    <dgm:cxn modelId="{664A326B-47CA-3F47-9DEE-5FA3C3CA6B2D}" type="presParOf" srcId="{CB66BB5A-D65E-6A45-B491-ED83005AFDAC}" destId="{F6A76D94-F44D-0941-8A4D-A7EE640ECD46}" srcOrd="14" destOrd="0" presId="urn:microsoft.com/office/officeart/2005/8/layout/list1"/>
    <dgm:cxn modelId="{49466F0A-F8DF-D441-BEAB-9BCB31F8A97E}" type="presParOf" srcId="{CB66BB5A-D65E-6A45-B491-ED83005AFDAC}" destId="{F901B221-7132-2F4B-AE53-29624151A99D}" srcOrd="15" destOrd="0" presId="urn:microsoft.com/office/officeart/2005/8/layout/list1"/>
    <dgm:cxn modelId="{95ADA65D-0AD6-B04E-9089-6AECFD23D3FC}" type="presParOf" srcId="{CB66BB5A-D65E-6A45-B491-ED83005AFDAC}" destId="{56828FF4-F363-7147-AC69-FE84D308C943}" srcOrd="16" destOrd="0" presId="urn:microsoft.com/office/officeart/2005/8/layout/list1"/>
    <dgm:cxn modelId="{5AC9CAAE-84AF-A74B-A705-D2430AD515C6}" type="presParOf" srcId="{56828FF4-F363-7147-AC69-FE84D308C943}" destId="{B4CE8238-B7AD-9A46-8138-E475849AE239}" srcOrd="0" destOrd="0" presId="urn:microsoft.com/office/officeart/2005/8/layout/list1"/>
    <dgm:cxn modelId="{9F9AED09-D4DB-6B4E-93A2-C6FB90A49DDD}" type="presParOf" srcId="{56828FF4-F363-7147-AC69-FE84D308C943}" destId="{CE3A70EF-28E2-F740-9E4F-176E5406438C}" srcOrd="1" destOrd="0" presId="urn:microsoft.com/office/officeart/2005/8/layout/list1"/>
    <dgm:cxn modelId="{C4892017-5C84-3748-A7B2-DD3457F4E4F3}" type="presParOf" srcId="{CB66BB5A-D65E-6A45-B491-ED83005AFDAC}" destId="{AAD597F0-E82B-2644-8E66-52694A0679B2}" srcOrd="17" destOrd="0" presId="urn:microsoft.com/office/officeart/2005/8/layout/list1"/>
    <dgm:cxn modelId="{F18EB5F6-7011-B347-851C-5B312E16E4CA}" type="presParOf" srcId="{CB66BB5A-D65E-6A45-B491-ED83005AFDAC}" destId="{C02E506D-A390-4A4A-AFF3-1C0089F3BED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C0B3E6-8061-41B4-95D0-9DF5B7650FB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DFBDFF-95C5-4349-B1C1-4055188227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Parking lot monitoring</a:t>
          </a:r>
          <a:endParaRPr lang="en-US"/>
        </a:p>
      </dgm:t>
    </dgm:pt>
    <dgm:pt modelId="{1B289C07-27A4-45FD-B52F-00123E3D5DCE}" type="parTrans" cxnId="{F1CBA3ED-E53E-429C-9FDC-FBDF8F60BDE6}">
      <dgm:prSet/>
      <dgm:spPr/>
      <dgm:t>
        <a:bodyPr/>
        <a:lstStyle/>
        <a:p>
          <a:endParaRPr lang="en-US"/>
        </a:p>
      </dgm:t>
    </dgm:pt>
    <dgm:pt modelId="{7571FBEF-6D59-4DB9-9710-4DA0B0BC1435}" type="sibTrans" cxnId="{F1CBA3ED-E53E-429C-9FDC-FBDF8F60BDE6}">
      <dgm:prSet/>
      <dgm:spPr/>
      <dgm:t>
        <a:bodyPr/>
        <a:lstStyle/>
        <a:p>
          <a:endParaRPr lang="en-US"/>
        </a:p>
      </dgm:t>
    </dgm:pt>
    <dgm:pt modelId="{C117BFFD-0ECA-4147-A686-AF977763C5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Campus security</a:t>
          </a:r>
          <a:endParaRPr lang="en-US"/>
        </a:p>
      </dgm:t>
    </dgm:pt>
    <dgm:pt modelId="{B2757423-BBAB-4002-9740-C70E22EABD43}" type="parTrans" cxnId="{D90819CB-6ACF-47E0-9038-CF7620280317}">
      <dgm:prSet/>
      <dgm:spPr/>
      <dgm:t>
        <a:bodyPr/>
        <a:lstStyle/>
        <a:p>
          <a:endParaRPr lang="en-US"/>
        </a:p>
      </dgm:t>
    </dgm:pt>
    <dgm:pt modelId="{E2370BBD-CA24-4128-8F05-174DEB981412}" type="sibTrans" cxnId="{D90819CB-6ACF-47E0-9038-CF7620280317}">
      <dgm:prSet/>
      <dgm:spPr/>
      <dgm:t>
        <a:bodyPr/>
        <a:lstStyle/>
        <a:p>
          <a:endParaRPr lang="en-US"/>
        </a:p>
      </dgm:t>
    </dgm:pt>
    <dgm:pt modelId="{C8461645-6AF0-4329-A249-52370A13C7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Traffic observation</a:t>
          </a:r>
          <a:endParaRPr lang="en-US"/>
        </a:p>
      </dgm:t>
    </dgm:pt>
    <dgm:pt modelId="{15E735E2-3CF1-49D4-958A-7E3F3B804128}" type="parTrans" cxnId="{F6DF5C7C-21D0-4683-AF9A-9F20B07528F0}">
      <dgm:prSet/>
      <dgm:spPr/>
      <dgm:t>
        <a:bodyPr/>
        <a:lstStyle/>
        <a:p>
          <a:endParaRPr lang="en-US"/>
        </a:p>
      </dgm:t>
    </dgm:pt>
    <dgm:pt modelId="{F678AFA5-8703-41D7-8A3F-D04609489501}" type="sibTrans" cxnId="{F6DF5C7C-21D0-4683-AF9A-9F20B07528F0}">
      <dgm:prSet/>
      <dgm:spPr/>
      <dgm:t>
        <a:bodyPr/>
        <a:lstStyle/>
        <a:p>
          <a:endParaRPr lang="en-US"/>
        </a:p>
      </dgm:t>
    </dgm:pt>
    <dgm:pt modelId="{584482F6-554B-41B1-AAB5-2E3373620F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Search &amp; tracking tasks</a:t>
          </a:r>
          <a:endParaRPr lang="en-US"/>
        </a:p>
      </dgm:t>
    </dgm:pt>
    <dgm:pt modelId="{491AD393-F7B3-4DC3-938F-FB20D771C285}" type="parTrans" cxnId="{AAC49AED-0B57-4353-8C8D-297EE8648528}">
      <dgm:prSet/>
      <dgm:spPr/>
      <dgm:t>
        <a:bodyPr/>
        <a:lstStyle/>
        <a:p>
          <a:endParaRPr lang="en-US"/>
        </a:p>
      </dgm:t>
    </dgm:pt>
    <dgm:pt modelId="{F1058FBA-0943-47F5-9F51-7B11FFD011D7}" type="sibTrans" cxnId="{AAC49AED-0B57-4353-8C8D-297EE8648528}">
      <dgm:prSet/>
      <dgm:spPr/>
      <dgm:t>
        <a:bodyPr/>
        <a:lstStyle/>
        <a:p>
          <a:endParaRPr lang="en-US"/>
        </a:p>
      </dgm:t>
    </dgm:pt>
    <dgm:pt modelId="{529781E5-B19F-48C4-90DA-7694C8F918F9}" type="pres">
      <dgm:prSet presAssocID="{24C0B3E6-8061-41B4-95D0-9DF5B7650FBE}" presName="root" presStyleCnt="0">
        <dgm:presLayoutVars>
          <dgm:dir/>
          <dgm:resizeHandles val="exact"/>
        </dgm:presLayoutVars>
      </dgm:prSet>
      <dgm:spPr/>
    </dgm:pt>
    <dgm:pt modelId="{40F3C411-E8CA-45E3-B070-773106B5DDA3}" type="pres">
      <dgm:prSet presAssocID="{98DFBDFF-95C5-4349-B1C1-405518822739}" presName="compNode" presStyleCnt="0"/>
      <dgm:spPr/>
    </dgm:pt>
    <dgm:pt modelId="{B61C6D86-D586-4483-806B-70CF83A545E1}" type="pres">
      <dgm:prSet presAssocID="{98DFBDFF-95C5-4349-B1C1-40551882273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42C98819-1348-46C2-9DF1-FA00215CB19F}" type="pres">
      <dgm:prSet presAssocID="{98DFBDFF-95C5-4349-B1C1-405518822739}" presName="spaceRect" presStyleCnt="0"/>
      <dgm:spPr/>
    </dgm:pt>
    <dgm:pt modelId="{AFDE3B39-D924-4E14-B61E-0B4058F2C03B}" type="pres">
      <dgm:prSet presAssocID="{98DFBDFF-95C5-4349-B1C1-405518822739}" presName="textRect" presStyleLbl="revTx" presStyleIdx="0" presStyleCnt="4">
        <dgm:presLayoutVars>
          <dgm:chMax val="1"/>
          <dgm:chPref val="1"/>
        </dgm:presLayoutVars>
      </dgm:prSet>
      <dgm:spPr/>
    </dgm:pt>
    <dgm:pt modelId="{AF75F09F-737D-405C-B734-16FB044871B5}" type="pres">
      <dgm:prSet presAssocID="{7571FBEF-6D59-4DB9-9710-4DA0B0BC1435}" presName="sibTrans" presStyleCnt="0"/>
      <dgm:spPr/>
    </dgm:pt>
    <dgm:pt modelId="{EAD299AC-4AE7-474E-B3C2-92E940E8C319}" type="pres">
      <dgm:prSet presAssocID="{C117BFFD-0ECA-4147-A686-AF977763C550}" presName="compNode" presStyleCnt="0"/>
      <dgm:spPr/>
    </dgm:pt>
    <dgm:pt modelId="{19EA008E-320B-4D7E-BA7C-5BA123AD0F92}" type="pres">
      <dgm:prSet presAssocID="{C117BFFD-0ECA-4147-A686-AF977763C5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E213824-5C3D-414B-BCA6-2975DF523A86}" type="pres">
      <dgm:prSet presAssocID="{C117BFFD-0ECA-4147-A686-AF977763C550}" presName="spaceRect" presStyleCnt="0"/>
      <dgm:spPr/>
    </dgm:pt>
    <dgm:pt modelId="{13B24BED-4319-4959-B285-C26F0093D334}" type="pres">
      <dgm:prSet presAssocID="{C117BFFD-0ECA-4147-A686-AF977763C550}" presName="textRect" presStyleLbl="revTx" presStyleIdx="1" presStyleCnt="4">
        <dgm:presLayoutVars>
          <dgm:chMax val="1"/>
          <dgm:chPref val="1"/>
        </dgm:presLayoutVars>
      </dgm:prSet>
      <dgm:spPr/>
    </dgm:pt>
    <dgm:pt modelId="{C6BF4C3B-8D4D-4254-B370-432415675E50}" type="pres">
      <dgm:prSet presAssocID="{E2370BBD-CA24-4128-8F05-174DEB981412}" presName="sibTrans" presStyleCnt="0"/>
      <dgm:spPr/>
    </dgm:pt>
    <dgm:pt modelId="{EC5AC627-13F0-4A0C-BE29-8A2196D4080E}" type="pres">
      <dgm:prSet presAssocID="{C8461645-6AF0-4329-A249-52370A13C7BC}" presName="compNode" presStyleCnt="0"/>
      <dgm:spPr/>
    </dgm:pt>
    <dgm:pt modelId="{59A976FA-D779-4188-9BC6-944AFD361DBC}" type="pres">
      <dgm:prSet presAssocID="{C8461645-6AF0-4329-A249-52370A13C7B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5F0DEC99-243E-44F8-8C8B-83BB00466CE2}" type="pres">
      <dgm:prSet presAssocID="{C8461645-6AF0-4329-A249-52370A13C7BC}" presName="spaceRect" presStyleCnt="0"/>
      <dgm:spPr/>
    </dgm:pt>
    <dgm:pt modelId="{C8A17659-E631-4795-9AE9-2ACD50CFBA44}" type="pres">
      <dgm:prSet presAssocID="{C8461645-6AF0-4329-A249-52370A13C7BC}" presName="textRect" presStyleLbl="revTx" presStyleIdx="2" presStyleCnt="4">
        <dgm:presLayoutVars>
          <dgm:chMax val="1"/>
          <dgm:chPref val="1"/>
        </dgm:presLayoutVars>
      </dgm:prSet>
      <dgm:spPr/>
    </dgm:pt>
    <dgm:pt modelId="{498EFC99-6A4A-4EC7-8301-2F25CAEA8E49}" type="pres">
      <dgm:prSet presAssocID="{F678AFA5-8703-41D7-8A3F-D04609489501}" presName="sibTrans" presStyleCnt="0"/>
      <dgm:spPr/>
    </dgm:pt>
    <dgm:pt modelId="{B3A7AB42-954B-49BC-BCF5-C07735D7BC21}" type="pres">
      <dgm:prSet presAssocID="{584482F6-554B-41B1-AAB5-2E3373620F6E}" presName="compNode" presStyleCnt="0"/>
      <dgm:spPr/>
    </dgm:pt>
    <dgm:pt modelId="{CB1FF989-FC3B-4B48-B68C-BE0A78A9B7FA}" type="pres">
      <dgm:prSet presAssocID="{584482F6-554B-41B1-AAB5-2E3373620F6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1BF168DA-AA9C-41C0-9C37-C38CC8C665C0}" type="pres">
      <dgm:prSet presAssocID="{584482F6-554B-41B1-AAB5-2E3373620F6E}" presName="spaceRect" presStyleCnt="0"/>
      <dgm:spPr/>
    </dgm:pt>
    <dgm:pt modelId="{263C6D38-53D5-4A5C-BC05-B84A14A3E006}" type="pres">
      <dgm:prSet presAssocID="{584482F6-554B-41B1-AAB5-2E3373620F6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1DF8520-B211-413A-95DE-67DD2AB85637}" type="presOf" srcId="{C117BFFD-0ECA-4147-A686-AF977763C550}" destId="{13B24BED-4319-4959-B285-C26F0093D334}" srcOrd="0" destOrd="0" presId="urn:microsoft.com/office/officeart/2018/2/layout/IconLabelList"/>
    <dgm:cxn modelId="{F6DF5C7C-21D0-4683-AF9A-9F20B07528F0}" srcId="{24C0B3E6-8061-41B4-95D0-9DF5B7650FBE}" destId="{C8461645-6AF0-4329-A249-52370A13C7BC}" srcOrd="2" destOrd="0" parTransId="{15E735E2-3CF1-49D4-958A-7E3F3B804128}" sibTransId="{F678AFA5-8703-41D7-8A3F-D04609489501}"/>
    <dgm:cxn modelId="{B0DD329E-154C-476C-B349-5ACADB52A109}" type="presOf" srcId="{98DFBDFF-95C5-4349-B1C1-405518822739}" destId="{AFDE3B39-D924-4E14-B61E-0B4058F2C03B}" srcOrd="0" destOrd="0" presId="urn:microsoft.com/office/officeart/2018/2/layout/IconLabelList"/>
    <dgm:cxn modelId="{D90819CB-6ACF-47E0-9038-CF7620280317}" srcId="{24C0B3E6-8061-41B4-95D0-9DF5B7650FBE}" destId="{C117BFFD-0ECA-4147-A686-AF977763C550}" srcOrd="1" destOrd="0" parTransId="{B2757423-BBAB-4002-9740-C70E22EABD43}" sibTransId="{E2370BBD-CA24-4128-8F05-174DEB981412}"/>
    <dgm:cxn modelId="{15058DDD-ED95-40F2-ABBB-C6AC9BBD57D3}" type="presOf" srcId="{584482F6-554B-41B1-AAB5-2E3373620F6E}" destId="{263C6D38-53D5-4A5C-BC05-B84A14A3E006}" srcOrd="0" destOrd="0" presId="urn:microsoft.com/office/officeart/2018/2/layout/IconLabelList"/>
    <dgm:cxn modelId="{AAC49AED-0B57-4353-8C8D-297EE8648528}" srcId="{24C0B3E6-8061-41B4-95D0-9DF5B7650FBE}" destId="{584482F6-554B-41B1-AAB5-2E3373620F6E}" srcOrd="3" destOrd="0" parTransId="{491AD393-F7B3-4DC3-938F-FB20D771C285}" sibTransId="{F1058FBA-0943-47F5-9F51-7B11FFD011D7}"/>
    <dgm:cxn modelId="{F1CBA3ED-E53E-429C-9FDC-FBDF8F60BDE6}" srcId="{24C0B3E6-8061-41B4-95D0-9DF5B7650FBE}" destId="{98DFBDFF-95C5-4349-B1C1-405518822739}" srcOrd="0" destOrd="0" parTransId="{1B289C07-27A4-45FD-B52F-00123E3D5DCE}" sibTransId="{7571FBEF-6D59-4DB9-9710-4DA0B0BC1435}"/>
    <dgm:cxn modelId="{B22495F2-94E5-4F86-AAB8-F3DE062F4495}" type="presOf" srcId="{24C0B3E6-8061-41B4-95D0-9DF5B7650FBE}" destId="{529781E5-B19F-48C4-90DA-7694C8F918F9}" srcOrd="0" destOrd="0" presId="urn:microsoft.com/office/officeart/2018/2/layout/IconLabelList"/>
    <dgm:cxn modelId="{D43A27F8-3DC6-4E0A-A7F8-C1D4B68E347F}" type="presOf" srcId="{C8461645-6AF0-4329-A249-52370A13C7BC}" destId="{C8A17659-E631-4795-9AE9-2ACD50CFBA44}" srcOrd="0" destOrd="0" presId="urn:microsoft.com/office/officeart/2018/2/layout/IconLabelList"/>
    <dgm:cxn modelId="{110D6119-3D0F-4F8F-8B0D-B6699AD29976}" type="presParOf" srcId="{529781E5-B19F-48C4-90DA-7694C8F918F9}" destId="{40F3C411-E8CA-45E3-B070-773106B5DDA3}" srcOrd="0" destOrd="0" presId="urn:microsoft.com/office/officeart/2018/2/layout/IconLabelList"/>
    <dgm:cxn modelId="{6245F647-C09F-4411-97FB-39598BBF9F69}" type="presParOf" srcId="{40F3C411-E8CA-45E3-B070-773106B5DDA3}" destId="{B61C6D86-D586-4483-806B-70CF83A545E1}" srcOrd="0" destOrd="0" presId="urn:microsoft.com/office/officeart/2018/2/layout/IconLabelList"/>
    <dgm:cxn modelId="{89A16030-B16C-496A-9950-8A1931E0D551}" type="presParOf" srcId="{40F3C411-E8CA-45E3-B070-773106B5DDA3}" destId="{42C98819-1348-46C2-9DF1-FA00215CB19F}" srcOrd="1" destOrd="0" presId="urn:microsoft.com/office/officeart/2018/2/layout/IconLabelList"/>
    <dgm:cxn modelId="{B41B8E0C-8712-49FA-A221-B31C9B919BEF}" type="presParOf" srcId="{40F3C411-E8CA-45E3-B070-773106B5DDA3}" destId="{AFDE3B39-D924-4E14-B61E-0B4058F2C03B}" srcOrd="2" destOrd="0" presId="urn:microsoft.com/office/officeart/2018/2/layout/IconLabelList"/>
    <dgm:cxn modelId="{1769AA25-5902-4F73-B204-A7C82A0876D9}" type="presParOf" srcId="{529781E5-B19F-48C4-90DA-7694C8F918F9}" destId="{AF75F09F-737D-405C-B734-16FB044871B5}" srcOrd="1" destOrd="0" presId="urn:microsoft.com/office/officeart/2018/2/layout/IconLabelList"/>
    <dgm:cxn modelId="{63565346-2CA4-4070-BCC6-1846D8CBBB77}" type="presParOf" srcId="{529781E5-B19F-48C4-90DA-7694C8F918F9}" destId="{EAD299AC-4AE7-474E-B3C2-92E940E8C319}" srcOrd="2" destOrd="0" presId="urn:microsoft.com/office/officeart/2018/2/layout/IconLabelList"/>
    <dgm:cxn modelId="{E9C7B569-8096-44BE-8756-792E6BD10F1B}" type="presParOf" srcId="{EAD299AC-4AE7-474E-B3C2-92E940E8C319}" destId="{19EA008E-320B-4D7E-BA7C-5BA123AD0F92}" srcOrd="0" destOrd="0" presId="urn:microsoft.com/office/officeart/2018/2/layout/IconLabelList"/>
    <dgm:cxn modelId="{ABDB6313-75E0-49F6-9372-D16F0C791473}" type="presParOf" srcId="{EAD299AC-4AE7-474E-B3C2-92E940E8C319}" destId="{3E213824-5C3D-414B-BCA6-2975DF523A86}" srcOrd="1" destOrd="0" presId="urn:microsoft.com/office/officeart/2018/2/layout/IconLabelList"/>
    <dgm:cxn modelId="{A6E3D6C2-0418-48A9-A070-AC491D7D5E71}" type="presParOf" srcId="{EAD299AC-4AE7-474E-B3C2-92E940E8C319}" destId="{13B24BED-4319-4959-B285-C26F0093D334}" srcOrd="2" destOrd="0" presId="urn:microsoft.com/office/officeart/2018/2/layout/IconLabelList"/>
    <dgm:cxn modelId="{81CD34DA-3EF4-41D3-87A3-38D7113B9D41}" type="presParOf" srcId="{529781E5-B19F-48C4-90DA-7694C8F918F9}" destId="{C6BF4C3B-8D4D-4254-B370-432415675E50}" srcOrd="3" destOrd="0" presId="urn:microsoft.com/office/officeart/2018/2/layout/IconLabelList"/>
    <dgm:cxn modelId="{EC718247-8388-4AE5-BC66-F234B0054D22}" type="presParOf" srcId="{529781E5-B19F-48C4-90DA-7694C8F918F9}" destId="{EC5AC627-13F0-4A0C-BE29-8A2196D4080E}" srcOrd="4" destOrd="0" presId="urn:microsoft.com/office/officeart/2018/2/layout/IconLabelList"/>
    <dgm:cxn modelId="{32409F45-1F8B-4353-A56D-4A11383055AA}" type="presParOf" srcId="{EC5AC627-13F0-4A0C-BE29-8A2196D4080E}" destId="{59A976FA-D779-4188-9BC6-944AFD361DBC}" srcOrd="0" destOrd="0" presId="urn:microsoft.com/office/officeart/2018/2/layout/IconLabelList"/>
    <dgm:cxn modelId="{E8D0AC14-41BF-49CF-AB75-7CCE055FA464}" type="presParOf" srcId="{EC5AC627-13F0-4A0C-BE29-8A2196D4080E}" destId="{5F0DEC99-243E-44F8-8C8B-83BB00466CE2}" srcOrd="1" destOrd="0" presId="urn:microsoft.com/office/officeart/2018/2/layout/IconLabelList"/>
    <dgm:cxn modelId="{786E5AA5-F271-4D3A-BAEB-3A44A1D791CC}" type="presParOf" srcId="{EC5AC627-13F0-4A0C-BE29-8A2196D4080E}" destId="{C8A17659-E631-4795-9AE9-2ACD50CFBA44}" srcOrd="2" destOrd="0" presId="urn:microsoft.com/office/officeart/2018/2/layout/IconLabelList"/>
    <dgm:cxn modelId="{EDA6E7EC-C63E-40FC-858B-E1798D13E4EF}" type="presParOf" srcId="{529781E5-B19F-48C4-90DA-7694C8F918F9}" destId="{498EFC99-6A4A-4EC7-8301-2F25CAEA8E49}" srcOrd="5" destOrd="0" presId="urn:microsoft.com/office/officeart/2018/2/layout/IconLabelList"/>
    <dgm:cxn modelId="{45870893-C495-4136-A9A0-DDE416B93079}" type="presParOf" srcId="{529781E5-B19F-48C4-90DA-7694C8F918F9}" destId="{B3A7AB42-954B-49BC-BCF5-C07735D7BC21}" srcOrd="6" destOrd="0" presId="urn:microsoft.com/office/officeart/2018/2/layout/IconLabelList"/>
    <dgm:cxn modelId="{ED93FDB4-1E37-4C05-8610-BC0DA0484B7F}" type="presParOf" srcId="{B3A7AB42-954B-49BC-BCF5-C07735D7BC21}" destId="{CB1FF989-FC3B-4B48-B68C-BE0A78A9B7FA}" srcOrd="0" destOrd="0" presId="urn:microsoft.com/office/officeart/2018/2/layout/IconLabelList"/>
    <dgm:cxn modelId="{E745CAD1-BBD5-4B18-B54A-3D5D4E74B3EA}" type="presParOf" srcId="{B3A7AB42-954B-49BC-BCF5-C07735D7BC21}" destId="{1BF168DA-AA9C-41C0-9C37-C38CC8C665C0}" srcOrd="1" destOrd="0" presId="urn:microsoft.com/office/officeart/2018/2/layout/IconLabelList"/>
    <dgm:cxn modelId="{EFADB7C0-C13A-4071-8DFF-A9EA24DDB623}" type="presParOf" srcId="{B3A7AB42-954B-49BC-BCF5-C07735D7BC21}" destId="{263C6D38-53D5-4A5C-BC05-B84A14A3E00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0B56781-8FEA-4BF2-95DD-4BC5C954946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9BAE471-FB6A-49E8-9C46-4450B82D56D2}">
      <dgm:prSet/>
      <dgm:spPr/>
      <dgm:t>
        <a:bodyPr/>
        <a:lstStyle/>
        <a:p>
          <a:r>
            <a:rPr lang="en-US" b="0" i="0" baseline="0"/>
            <a:t>Real-time processing limits on Raspberry Pi</a:t>
          </a:r>
          <a:endParaRPr lang="en-US"/>
        </a:p>
      </dgm:t>
    </dgm:pt>
    <dgm:pt modelId="{8643AE0A-5D14-40BB-8ECB-4498071C3949}" type="parTrans" cxnId="{5F205899-E4D5-4B16-A7E8-CDB470622640}">
      <dgm:prSet/>
      <dgm:spPr/>
      <dgm:t>
        <a:bodyPr/>
        <a:lstStyle/>
        <a:p>
          <a:endParaRPr lang="en-US"/>
        </a:p>
      </dgm:t>
    </dgm:pt>
    <dgm:pt modelId="{A5B9F498-58D1-4093-BC95-AD42EADF262C}" type="sibTrans" cxnId="{5F205899-E4D5-4B16-A7E8-CDB470622640}">
      <dgm:prSet/>
      <dgm:spPr/>
      <dgm:t>
        <a:bodyPr/>
        <a:lstStyle/>
        <a:p>
          <a:endParaRPr lang="en-US"/>
        </a:p>
      </dgm:t>
    </dgm:pt>
    <dgm:pt modelId="{7FB140E0-9DEA-4368-8EE4-FBA8F017EC2A}">
      <dgm:prSet/>
      <dgm:spPr/>
      <dgm:t>
        <a:bodyPr/>
        <a:lstStyle/>
        <a:p>
          <a:r>
            <a:rPr lang="en-US" b="0" i="0" baseline="0"/>
            <a:t>Stable flight while processing vision</a:t>
          </a:r>
          <a:endParaRPr lang="en-US"/>
        </a:p>
      </dgm:t>
    </dgm:pt>
    <dgm:pt modelId="{3AB0882B-ADD7-4CA6-8D07-4D4A8C69D4FF}" type="parTrans" cxnId="{976A8A58-3B43-4107-9347-F3DB64F18BCA}">
      <dgm:prSet/>
      <dgm:spPr/>
      <dgm:t>
        <a:bodyPr/>
        <a:lstStyle/>
        <a:p>
          <a:endParaRPr lang="en-US"/>
        </a:p>
      </dgm:t>
    </dgm:pt>
    <dgm:pt modelId="{4BB9E495-4D6B-49EE-A2A4-C320BC560472}" type="sibTrans" cxnId="{976A8A58-3B43-4107-9347-F3DB64F18BCA}">
      <dgm:prSet/>
      <dgm:spPr/>
      <dgm:t>
        <a:bodyPr/>
        <a:lstStyle/>
        <a:p>
          <a:endParaRPr lang="en-US"/>
        </a:p>
      </dgm:t>
    </dgm:pt>
    <dgm:pt modelId="{60F1E0C1-601D-4A64-87E8-1A484E3FE7C2}">
      <dgm:prSet/>
      <dgm:spPr/>
      <dgm:t>
        <a:bodyPr/>
        <a:lstStyle/>
        <a:p>
          <a:r>
            <a:rPr lang="en-US" b="0" i="0" baseline="0"/>
            <a:t>Lighting conditions affecting detection</a:t>
          </a:r>
          <a:endParaRPr lang="en-US"/>
        </a:p>
      </dgm:t>
    </dgm:pt>
    <dgm:pt modelId="{3DEA978D-8B9D-4A2C-9836-92CAD479E378}" type="parTrans" cxnId="{1460D47E-0E2D-48D1-9E52-FE698D3C3829}">
      <dgm:prSet/>
      <dgm:spPr/>
      <dgm:t>
        <a:bodyPr/>
        <a:lstStyle/>
        <a:p>
          <a:endParaRPr lang="en-US"/>
        </a:p>
      </dgm:t>
    </dgm:pt>
    <dgm:pt modelId="{860D0874-9AD7-4574-A5B9-FF8FDC693FC9}" type="sibTrans" cxnId="{1460D47E-0E2D-48D1-9E52-FE698D3C3829}">
      <dgm:prSet/>
      <dgm:spPr/>
      <dgm:t>
        <a:bodyPr/>
        <a:lstStyle/>
        <a:p>
          <a:endParaRPr lang="en-US"/>
        </a:p>
      </dgm:t>
    </dgm:pt>
    <dgm:pt modelId="{8A1468D2-F6C7-4BC0-A98B-7B44DE68596D}">
      <dgm:prSet/>
      <dgm:spPr/>
      <dgm:t>
        <a:bodyPr/>
        <a:lstStyle/>
        <a:p>
          <a:r>
            <a:rPr lang="en-US" b="0" i="0" baseline="0"/>
            <a:t>Sensor accuracy and calibration</a:t>
          </a:r>
          <a:endParaRPr lang="en-US"/>
        </a:p>
      </dgm:t>
    </dgm:pt>
    <dgm:pt modelId="{4F7CD5A3-82A9-4DEC-B78D-7F3A346F08D1}" type="parTrans" cxnId="{79F38DAD-4E6F-4E56-961A-5993E7434677}">
      <dgm:prSet/>
      <dgm:spPr/>
      <dgm:t>
        <a:bodyPr/>
        <a:lstStyle/>
        <a:p>
          <a:endParaRPr lang="en-US"/>
        </a:p>
      </dgm:t>
    </dgm:pt>
    <dgm:pt modelId="{CCFEC41E-D10C-4D1A-8323-CA0FD48B2076}" type="sibTrans" cxnId="{79F38DAD-4E6F-4E56-961A-5993E7434677}">
      <dgm:prSet/>
      <dgm:spPr/>
      <dgm:t>
        <a:bodyPr/>
        <a:lstStyle/>
        <a:p>
          <a:endParaRPr lang="en-US"/>
        </a:p>
      </dgm:t>
    </dgm:pt>
    <dgm:pt modelId="{CEC128B5-72E6-4EAE-B122-80CB14595D83}" type="pres">
      <dgm:prSet presAssocID="{50B56781-8FEA-4BF2-95DD-4BC5C954946C}" presName="root" presStyleCnt="0">
        <dgm:presLayoutVars>
          <dgm:dir/>
          <dgm:resizeHandles val="exact"/>
        </dgm:presLayoutVars>
      </dgm:prSet>
      <dgm:spPr/>
    </dgm:pt>
    <dgm:pt modelId="{0675D4D4-7447-4A36-BF77-083A218648A5}" type="pres">
      <dgm:prSet presAssocID="{09BAE471-FB6A-49E8-9C46-4450B82D56D2}" presName="compNode" presStyleCnt="0"/>
      <dgm:spPr/>
    </dgm:pt>
    <dgm:pt modelId="{A363EDBD-A208-4C06-9285-00DC8274E696}" type="pres">
      <dgm:prSet presAssocID="{09BAE471-FB6A-49E8-9C46-4450B82D56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y bug"/>
        </a:ext>
      </dgm:extLst>
    </dgm:pt>
    <dgm:pt modelId="{E0844DCE-FA08-4F32-BC4E-B782F55FD2E4}" type="pres">
      <dgm:prSet presAssocID="{09BAE471-FB6A-49E8-9C46-4450B82D56D2}" presName="spaceRect" presStyleCnt="0"/>
      <dgm:spPr/>
    </dgm:pt>
    <dgm:pt modelId="{00092558-F6C1-47B9-838E-619B0A0E1CA8}" type="pres">
      <dgm:prSet presAssocID="{09BAE471-FB6A-49E8-9C46-4450B82D56D2}" presName="textRect" presStyleLbl="revTx" presStyleIdx="0" presStyleCnt="4">
        <dgm:presLayoutVars>
          <dgm:chMax val="1"/>
          <dgm:chPref val="1"/>
        </dgm:presLayoutVars>
      </dgm:prSet>
      <dgm:spPr/>
    </dgm:pt>
    <dgm:pt modelId="{F8FC10F8-58EA-4475-90E9-9A80F69042AC}" type="pres">
      <dgm:prSet presAssocID="{A5B9F498-58D1-4093-BC95-AD42EADF262C}" presName="sibTrans" presStyleCnt="0"/>
      <dgm:spPr/>
    </dgm:pt>
    <dgm:pt modelId="{FF100614-123A-4DE7-BCDC-9ECD056D63D0}" type="pres">
      <dgm:prSet presAssocID="{7FB140E0-9DEA-4368-8EE4-FBA8F017EC2A}" presName="compNode" presStyleCnt="0"/>
      <dgm:spPr/>
    </dgm:pt>
    <dgm:pt modelId="{1DFB8198-C929-4DD3-BF0D-A604C052DBD9}" type="pres">
      <dgm:prSet presAssocID="{7FB140E0-9DEA-4368-8EE4-FBA8F017EC2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C534DE18-D7E1-4C56-A8A5-DEA195F69B5F}" type="pres">
      <dgm:prSet presAssocID="{7FB140E0-9DEA-4368-8EE4-FBA8F017EC2A}" presName="spaceRect" presStyleCnt="0"/>
      <dgm:spPr/>
    </dgm:pt>
    <dgm:pt modelId="{87982E34-5BF9-4136-AEDB-5CB1310CC77B}" type="pres">
      <dgm:prSet presAssocID="{7FB140E0-9DEA-4368-8EE4-FBA8F017EC2A}" presName="textRect" presStyleLbl="revTx" presStyleIdx="1" presStyleCnt="4">
        <dgm:presLayoutVars>
          <dgm:chMax val="1"/>
          <dgm:chPref val="1"/>
        </dgm:presLayoutVars>
      </dgm:prSet>
      <dgm:spPr/>
    </dgm:pt>
    <dgm:pt modelId="{DD4A8965-AA16-4CA5-82A0-1EB0619ED397}" type="pres">
      <dgm:prSet presAssocID="{4BB9E495-4D6B-49EE-A2A4-C320BC560472}" presName="sibTrans" presStyleCnt="0"/>
      <dgm:spPr/>
    </dgm:pt>
    <dgm:pt modelId="{2ABA7DAC-BCDD-4C6D-89B1-98220C52354B}" type="pres">
      <dgm:prSet presAssocID="{60F1E0C1-601D-4A64-87E8-1A484E3FE7C2}" presName="compNode" presStyleCnt="0"/>
      <dgm:spPr/>
    </dgm:pt>
    <dgm:pt modelId="{93123050-A36C-4628-8D9D-8079716C96F6}" type="pres">
      <dgm:prSet presAssocID="{60F1E0C1-601D-4A64-87E8-1A484E3FE7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6162D1D-3F86-425D-B383-EEA0CC281078}" type="pres">
      <dgm:prSet presAssocID="{60F1E0C1-601D-4A64-87E8-1A484E3FE7C2}" presName="spaceRect" presStyleCnt="0"/>
      <dgm:spPr/>
    </dgm:pt>
    <dgm:pt modelId="{AF258DCC-00A2-4114-966D-1DCC1459CA9C}" type="pres">
      <dgm:prSet presAssocID="{60F1E0C1-601D-4A64-87E8-1A484E3FE7C2}" presName="textRect" presStyleLbl="revTx" presStyleIdx="2" presStyleCnt="4">
        <dgm:presLayoutVars>
          <dgm:chMax val="1"/>
          <dgm:chPref val="1"/>
        </dgm:presLayoutVars>
      </dgm:prSet>
      <dgm:spPr/>
    </dgm:pt>
    <dgm:pt modelId="{06425E22-22A7-46AC-BF9F-B936DF60EF44}" type="pres">
      <dgm:prSet presAssocID="{860D0874-9AD7-4574-A5B9-FF8FDC693FC9}" presName="sibTrans" presStyleCnt="0"/>
      <dgm:spPr/>
    </dgm:pt>
    <dgm:pt modelId="{624770FC-BC70-45B3-B28A-A63B07F353EC}" type="pres">
      <dgm:prSet presAssocID="{8A1468D2-F6C7-4BC0-A98B-7B44DE68596D}" presName="compNode" presStyleCnt="0"/>
      <dgm:spPr/>
    </dgm:pt>
    <dgm:pt modelId="{6B4FDAFD-2DB3-48C9-B064-AEA57298BEF4}" type="pres">
      <dgm:prSet presAssocID="{8A1468D2-F6C7-4BC0-A98B-7B44DE6859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2A771CA-66E1-46C9-9563-6585967DF73A}" type="pres">
      <dgm:prSet presAssocID="{8A1468D2-F6C7-4BC0-A98B-7B44DE68596D}" presName="spaceRect" presStyleCnt="0"/>
      <dgm:spPr/>
    </dgm:pt>
    <dgm:pt modelId="{61BD58B0-2A67-44E6-922A-C95D87D573A3}" type="pres">
      <dgm:prSet presAssocID="{8A1468D2-F6C7-4BC0-A98B-7B44DE6859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FEC42D-B079-41DB-8A91-4072A5C7A209}" type="presOf" srcId="{8A1468D2-F6C7-4BC0-A98B-7B44DE68596D}" destId="{61BD58B0-2A67-44E6-922A-C95D87D573A3}" srcOrd="0" destOrd="0" presId="urn:microsoft.com/office/officeart/2018/2/layout/IconLabelList"/>
    <dgm:cxn modelId="{2A653F3D-6122-408B-B750-F83DA116685F}" type="presOf" srcId="{7FB140E0-9DEA-4368-8EE4-FBA8F017EC2A}" destId="{87982E34-5BF9-4136-AEDB-5CB1310CC77B}" srcOrd="0" destOrd="0" presId="urn:microsoft.com/office/officeart/2018/2/layout/IconLabelList"/>
    <dgm:cxn modelId="{976A8A58-3B43-4107-9347-F3DB64F18BCA}" srcId="{50B56781-8FEA-4BF2-95DD-4BC5C954946C}" destId="{7FB140E0-9DEA-4368-8EE4-FBA8F017EC2A}" srcOrd="1" destOrd="0" parTransId="{3AB0882B-ADD7-4CA6-8D07-4D4A8C69D4FF}" sibTransId="{4BB9E495-4D6B-49EE-A2A4-C320BC560472}"/>
    <dgm:cxn modelId="{1460D47E-0E2D-48D1-9E52-FE698D3C3829}" srcId="{50B56781-8FEA-4BF2-95DD-4BC5C954946C}" destId="{60F1E0C1-601D-4A64-87E8-1A484E3FE7C2}" srcOrd="2" destOrd="0" parTransId="{3DEA978D-8B9D-4A2C-9836-92CAD479E378}" sibTransId="{860D0874-9AD7-4574-A5B9-FF8FDC693FC9}"/>
    <dgm:cxn modelId="{3473868A-396F-4AD7-98C7-C6C0B6A3FD3E}" type="presOf" srcId="{09BAE471-FB6A-49E8-9C46-4450B82D56D2}" destId="{00092558-F6C1-47B9-838E-619B0A0E1CA8}" srcOrd="0" destOrd="0" presId="urn:microsoft.com/office/officeart/2018/2/layout/IconLabelList"/>
    <dgm:cxn modelId="{5F205899-E4D5-4B16-A7E8-CDB470622640}" srcId="{50B56781-8FEA-4BF2-95DD-4BC5C954946C}" destId="{09BAE471-FB6A-49E8-9C46-4450B82D56D2}" srcOrd="0" destOrd="0" parTransId="{8643AE0A-5D14-40BB-8ECB-4498071C3949}" sibTransId="{A5B9F498-58D1-4093-BC95-AD42EADF262C}"/>
    <dgm:cxn modelId="{79F38DAD-4E6F-4E56-961A-5993E7434677}" srcId="{50B56781-8FEA-4BF2-95DD-4BC5C954946C}" destId="{8A1468D2-F6C7-4BC0-A98B-7B44DE68596D}" srcOrd="3" destOrd="0" parTransId="{4F7CD5A3-82A9-4DEC-B78D-7F3A346F08D1}" sibTransId="{CCFEC41E-D10C-4D1A-8323-CA0FD48B2076}"/>
    <dgm:cxn modelId="{4F24BAC2-EC28-4EF8-B64A-29E988C24EC9}" type="presOf" srcId="{50B56781-8FEA-4BF2-95DD-4BC5C954946C}" destId="{CEC128B5-72E6-4EAE-B122-80CB14595D83}" srcOrd="0" destOrd="0" presId="urn:microsoft.com/office/officeart/2018/2/layout/IconLabelList"/>
    <dgm:cxn modelId="{CAF13FE3-A2FC-4347-9174-21A48C6AF316}" type="presOf" srcId="{60F1E0C1-601D-4A64-87E8-1A484E3FE7C2}" destId="{AF258DCC-00A2-4114-966D-1DCC1459CA9C}" srcOrd="0" destOrd="0" presId="urn:microsoft.com/office/officeart/2018/2/layout/IconLabelList"/>
    <dgm:cxn modelId="{87F3B54F-7A7D-469D-A1F3-CC8ED7B87323}" type="presParOf" srcId="{CEC128B5-72E6-4EAE-B122-80CB14595D83}" destId="{0675D4D4-7447-4A36-BF77-083A218648A5}" srcOrd="0" destOrd="0" presId="urn:microsoft.com/office/officeart/2018/2/layout/IconLabelList"/>
    <dgm:cxn modelId="{79770479-3271-47EE-803A-FFF9C4B44B76}" type="presParOf" srcId="{0675D4D4-7447-4A36-BF77-083A218648A5}" destId="{A363EDBD-A208-4C06-9285-00DC8274E696}" srcOrd="0" destOrd="0" presId="urn:microsoft.com/office/officeart/2018/2/layout/IconLabelList"/>
    <dgm:cxn modelId="{D0E86B05-68D2-41B9-9C87-FA0B66FB6225}" type="presParOf" srcId="{0675D4D4-7447-4A36-BF77-083A218648A5}" destId="{E0844DCE-FA08-4F32-BC4E-B782F55FD2E4}" srcOrd="1" destOrd="0" presId="urn:microsoft.com/office/officeart/2018/2/layout/IconLabelList"/>
    <dgm:cxn modelId="{9506EE64-18F4-48B5-91D0-0EB4E231CF66}" type="presParOf" srcId="{0675D4D4-7447-4A36-BF77-083A218648A5}" destId="{00092558-F6C1-47B9-838E-619B0A0E1CA8}" srcOrd="2" destOrd="0" presId="urn:microsoft.com/office/officeart/2018/2/layout/IconLabelList"/>
    <dgm:cxn modelId="{551985F3-86E7-4D65-A215-C616C6ADA9D2}" type="presParOf" srcId="{CEC128B5-72E6-4EAE-B122-80CB14595D83}" destId="{F8FC10F8-58EA-4475-90E9-9A80F69042AC}" srcOrd="1" destOrd="0" presId="urn:microsoft.com/office/officeart/2018/2/layout/IconLabelList"/>
    <dgm:cxn modelId="{D4ABA3FF-4D15-4098-836E-DE82BCC704F5}" type="presParOf" srcId="{CEC128B5-72E6-4EAE-B122-80CB14595D83}" destId="{FF100614-123A-4DE7-BCDC-9ECD056D63D0}" srcOrd="2" destOrd="0" presId="urn:microsoft.com/office/officeart/2018/2/layout/IconLabelList"/>
    <dgm:cxn modelId="{C3475E06-080C-451B-9EBD-4C3000A6F56C}" type="presParOf" srcId="{FF100614-123A-4DE7-BCDC-9ECD056D63D0}" destId="{1DFB8198-C929-4DD3-BF0D-A604C052DBD9}" srcOrd="0" destOrd="0" presId="urn:microsoft.com/office/officeart/2018/2/layout/IconLabelList"/>
    <dgm:cxn modelId="{AC65FB60-4DC0-4675-8E48-A041D93DB4FF}" type="presParOf" srcId="{FF100614-123A-4DE7-BCDC-9ECD056D63D0}" destId="{C534DE18-D7E1-4C56-A8A5-DEA195F69B5F}" srcOrd="1" destOrd="0" presId="urn:microsoft.com/office/officeart/2018/2/layout/IconLabelList"/>
    <dgm:cxn modelId="{63574286-EADD-4E14-8AD9-A4092DFF85CF}" type="presParOf" srcId="{FF100614-123A-4DE7-BCDC-9ECD056D63D0}" destId="{87982E34-5BF9-4136-AEDB-5CB1310CC77B}" srcOrd="2" destOrd="0" presId="urn:microsoft.com/office/officeart/2018/2/layout/IconLabelList"/>
    <dgm:cxn modelId="{DA17004D-3460-49CD-AD60-45E771D434E6}" type="presParOf" srcId="{CEC128B5-72E6-4EAE-B122-80CB14595D83}" destId="{DD4A8965-AA16-4CA5-82A0-1EB0619ED397}" srcOrd="3" destOrd="0" presId="urn:microsoft.com/office/officeart/2018/2/layout/IconLabelList"/>
    <dgm:cxn modelId="{725ECBB6-F106-44E7-AA60-909B25989CC9}" type="presParOf" srcId="{CEC128B5-72E6-4EAE-B122-80CB14595D83}" destId="{2ABA7DAC-BCDD-4C6D-89B1-98220C52354B}" srcOrd="4" destOrd="0" presId="urn:microsoft.com/office/officeart/2018/2/layout/IconLabelList"/>
    <dgm:cxn modelId="{D75F46F4-DA3F-4E10-AE41-16DBA2DD6B5B}" type="presParOf" srcId="{2ABA7DAC-BCDD-4C6D-89B1-98220C52354B}" destId="{93123050-A36C-4628-8D9D-8079716C96F6}" srcOrd="0" destOrd="0" presId="urn:microsoft.com/office/officeart/2018/2/layout/IconLabelList"/>
    <dgm:cxn modelId="{D9F9809E-E21C-4FFB-A7AF-10F489394195}" type="presParOf" srcId="{2ABA7DAC-BCDD-4C6D-89B1-98220C52354B}" destId="{F6162D1D-3F86-425D-B383-EEA0CC281078}" srcOrd="1" destOrd="0" presId="urn:microsoft.com/office/officeart/2018/2/layout/IconLabelList"/>
    <dgm:cxn modelId="{225E4C27-7724-4C00-A71D-9FD436519E18}" type="presParOf" srcId="{2ABA7DAC-BCDD-4C6D-89B1-98220C52354B}" destId="{AF258DCC-00A2-4114-966D-1DCC1459CA9C}" srcOrd="2" destOrd="0" presId="urn:microsoft.com/office/officeart/2018/2/layout/IconLabelList"/>
    <dgm:cxn modelId="{C6BAD5A2-F5FF-4A61-823C-BA7080B791C6}" type="presParOf" srcId="{CEC128B5-72E6-4EAE-B122-80CB14595D83}" destId="{06425E22-22A7-46AC-BF9F-B936DF60EF44}" srcOrd="5" destOrd="0" presId="urn:microsoft.com/office/officeart/2018/2/layout/IconLabelList"/>
    <dgm:cxn modelId="{4C2CCB50-A90D-4B71-9A17-7DA45CC1633F}" type="presParOf" srcId="{CEC128B5-72E6-4EAE-B122-80CB14595D83}" destId="{624770FC-BC70-45B3-B28A-A63B07F353EC}" srcOrd="6" destOrd="0" presId="urn:microsoft.com/office/officeart/2018/2/layout/IconLabelList"/>
    <dgm:cxn modelId="{1FE7AC3A-40F4-48CF-BA2A-339943407A4B}" type="presParOf" srcId="{624770FC-BC70-45B3-B28A-A63B07F353EC}" destId="{6B4FDAFD-2DB3-48C9-B064-AEA57298BEF4}" srcOrd="0" destOrd="0" presId="urn:microsoft.com/office/officeart/2018/2/layout/IconLabelList"/>
    <dgm:cxn modelId="{F8E29ACB-E886-4268-9C71-AC836C72DB3F}" type="presParOf" srcId="{624770FC-BC70-45B3-B28A-A63B07F353EC}" destId="{D2A771CA-66E1-46C9-9563-6585967DF73A}" srcOrd="1" destOrd="0" presId="urn:microsoft.com/office/officeart/2018/2/layout/IconLabelList"/>
    <dgm:cxn modelId="{C696B851-140D-4909-AD80-D6BA0E419286}" type="presParOf" srcId="{624770FC-BC70-45B3-B28A-A63B07F353EC}" destId="{61BD58B0-2A67-44E6-922A-C95D87D573A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78453B6-DC21-4BBE-B61E-C8D230AEE3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284D228-CA85-42D1-992A-5C6F70CF54B5}">
      <dgm:prSet/>
      <dgm:spPr/>
      <dgm:t>
        <a:bodyPr/>
        <a:lstStyle/>
        <a:p>
          <a:pPr>
            <a:defRPr cap="all"/>
          </a:pPr>
          <a:r>
            <a:rPr lang="en-US"/>
            <a:t>Bradley Johnson- hardware assembly and drone frame integration.</a:t>
          </a:r>
        </a:p>
      </dgm:t>
    </dgm:pt>
    <dgm:pt modelId="{D8FE9790-3963-4A6C-ACCB-2692389DE86B}" type="parTrans" cxnId="{74D9E87D-6903-45A5-90F2-1B0F99DA14D0}">
      <dgm:prSet/>
      <dgm:spPr/>
      <dgm:t>
        <a:bodyPr/>
        <a:lstStyle/>
        <a:p>
          <a:endParaRPr lang="en-US"/>
        </a:p>
      </dgm:t>
    </dgm:pt>
    <dgm:pt modelId="{F489CC75-AFC4-451C-BDA9-BC3517D21072}" type="sibTrans" cxnId="{74D9E87D-6903-45A5-90F2-1B0F99DA14D0}">
      <dgm:prSet/>
      <dgm:spPr/>
      <dgm:t>
        <a:bodyPr/>
        <a:lstStyle/>
        <a:p>
          <a:endParaRPr lang="en-US"/>
        </a:p>
      </dgm:t>
    </dgm:pt>
    <dgm:pt modelId="{2491CE86-9B22-4343-B190-688E3E4FBB17}">
      <dgm:prSet/>
      <dgm:spPr/>
      <dgm:t>
        <a:bodyPr/>
        <a:lstStyle/>
        <a:p>
          <a:pPr>
            <a:defRPr cap="all"/>
          </a:pPr>
          <a:r>
            <a:rPr lang="en-US"/>
            <a:t>Ethan Pham- Responsible for computer vision implementation and testing.</a:t>
          </a:r>
        </a:p>
      </dgm:t>
    </dgm:pt>
    <dgm:pt modelId="{95476790-C1B5-4DAF-B35D-8F8DB693E21D}" type="parTrans" cxnId="{ECF98A30-4A98-4F44-9B06-E55AAB476C46}">
      <dgm:prSet/>
      <dgm:spPr/>
      <dgm:t>
        <a:bodyPr/>
        <a:lstStyle/>
        <a:p>
          <a:endParaRPr lang="en-US"/>
        </a:p>
      </dgm:t>
    </dgm:pt>
    <dgm:pt modelId="{DB85799E-4417-407A-BEB7-3BE25F5A0333}" type="sibTrans" cxnId="{ECF98A30-4A98-4F44-9B06-E55AAB476C46}">
      <dgm:prSet/>
      <dgm:spPr/>
      <dgm:t>
        <a:bodyPr/>
        <a:lstStyle/>
        <a:p>
          <a:endParaRPr lang="en-US"/>
        </a:p>
      </dgm:t>
    </dgm:pt>
    <dgm:pt modelId="{CA08753A-FC94-4393-A9A4-969112882F89}">
      <dgm:prSet/>
      <dgm:spPr/>
      <dgm:t>
        <a:bodyPr/>
        <a:lstStyle/>
        <a:p>
          <a:pPr>
            <a:defRPr cap="all"/>
          </a:pPr>
          <a:r>
            <a:rPr lang="en-US"/>
            <a:t>Hoang Dinh-software integration and backend development for the computer vision processing system.</a:t>
          </a:r>
        </a:p>
      </dgm:t>
    </dgm:pt>
    <dgm:pt modelId="{8096C641-D891-434D-ADFA-2A85164E61A8}" type="parTrans" cxnId="{1BAC0F1A-2917-41B3-96F8-D20438837FFE}">
      <dgm:prSet/>
      <dgm:spPr/>
      <dgm:t>
        <a:bodyPr/>
        <a:lstStyle/>
        <a:p>
          <a:endParaRPr lang="en-US"/>
        </a:p>
      </dgm:t>
    </dgm:pt>
    <dgm:pt modelId="{271F9643-0D73-404B-BD83-BD6517092D80}" type="sibTrans" cxnId="{1BAC0F1A-2917-41B3-96F8-D20438837FFE}">
      <dgm:prSet/>
      <dgm:spPr/>
      <dgm:t>
        <a:bodyPr/>
        <a:lstStyle/>
        <a:p>
          <a:endParaRPr lang="en-US"/>
        </a:p>
      </dgm:t>
    </dgm:pt>
    <dgm:pt modelId="{87B9D5FE-F2BD-4470-A349-9E3A904C6709}">
      <dgm:prSet/>
      <dgm:spPr/>
      <dgm:t>
        <a:bodyPr/>
        <a:lstStyle/>
        <a:p>
          <a:pPr>
            <a:defRPr cap="all"/>
          </a:pPr>
          <a:r>
            <a:rPr lang="en-US"/>
            <a:t>Violetta Basden-system coordination and project management.</a:t>
          </a:r>
        </a:p>
      </dgm:t>
    </dgm:pt>
    <dgm:pt modelId="{48B969AE-FBDD-49C9-9EF8-865EF65EACB5}" type="parTrans" cxnId="{CCF825AF-B621-4220-9FA9-85BC5600481C}">
      <dgm:prSet/>
      <dgm:spPr/>
      <dgm:t>
        <a:bodyPr/>
        <a:lstStyle/>
        <a:p>
          <a:endParaRPr lang="en-US"/>
        </a:p>
      </dgm:t>
    </dgm:pt>
    <dgm:pt modelId="{077C2045-0476-47BC-9B92-83419EDA1CC6}" type="sibTrans" cxnId="{CCF825AF-B621-4220-9FA9-85BC5600481C}">
      <dgm:prSet/>
      <dgm:spPr/>
      <dgm:t>
        <a:bodyPr/>
        <a:lstStyle/>
        <a:p>
          <a:endParaRPr lang="en-US"/>
        </a:p>
      </dgm:t>
    </dgm:pt>
    <dgm:pt modelId="{E0D5935D-6BEC-42E5-9620-8CDB93041C73}" type="pres">
      <dgm:prSet presAssocID="{678453B6-DC21-4BBE-B61E-C8D230AEE3C6}" presName="root" presStyleCnt="0">
        <dgm:presLayoutVars>
          <dgm:dir/>
          <dgm:resizeHandles val="exact"/>
        </dgm:presLayoutVars>
      </dgm:prSet>
      <dgm:spPr/>
    </dgm:pt>
    <dgm:pt modelId="{B40FB0CD-8D22-4D62-833A-06F4AC888FE0}" type="pres">
      <dgm:prSet presAssocID="{0284D228-CA85-42D1-992A-5C6F70CF54B5}" presName="compNode" presStyleCnt="0"/>
      <dgm:spPr/>
    </dgm:pt>
    <dgm:pt modelId="{435EECFE-87D8-4DC4-891F-8A5D681AED57}" type="pres">
      <dgm:prSet presAssocID="{0284D228-CA85-42D1-992A-5C6F70CF54B5}" presName="iconBgRect" presStyleLbl="bgShp" presStyleIdx="0" presStyleCnt="4"/>
      <dgm:spPr/>
    </dgm:pt>
    <dgm:pt modelId="{D0FE69A0-486C-4CDA-86E3-ED0B8CA626C8}" type="pres">
      <dgm:prSet presAssocID="{0284D228-CA85-42D1-992A-5C6F70CF54B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143CDD5-6E03-4786-9C2D-99525FA9A1AD}" type="pres">
      <dgm:prSet presAssocID="{0284D228-CA85-42D1-992A-5C6F70CF54B5}" presName="spaceRect" presStyleCnt="0"/>
      <dgm:spPr/>
    </dgm:pt>
    <dgm:pt modelId="{EF967FC4-FD3D-4747-BBEA-0DB986F00517}" type="pres">
      <dgm:prSet presAssocID="{0284D228-CA85-42D1-992A-5C6F70CF54B5}" presName="textRect" presStyleLbl="revTx" presStyleIdx="0" presStyleCnt="4">
        <dgm:presLayoutVars>
          <dgm:chMax val="1"/>
          <dgm:chPref val="1"/>
        </dgm:presLayoutVars>
      </dgm:prSet>
      <dgm:spPr/>
    </dgm:pt>
    <dgm:pt modelId="{A48D0B61-930F-49DA-9E82-C5694E4EA133}" type="pres">
      <dgm:prSet presAssocID="{F489CC75-AFC4-451C-BDA9-BC3517D21072}" presName="sibTrans" presStyleCnt="0"/>
      <dgm:spPr/>
    </dgm:pt>
    <dgm:pt modelId="{4B777593-C0B4-4C12-B4F3-22993FFACD43}" type="pres">
      <dgm:prSet presAssocID="{2491CE86-9B22-4343-B190-688E3E4FBB17}" presName="compNode" presStyleCnt="0"/>
      <dgm:spPr/>
    </dgm:pt>
    <dgm:pt modelId="{8F9B8DFF-2880-4EA7-B25A-F08C0B76F7CA}" type="pres">
      <dgm:prSet presAssocID="{2491CE86-9B22-4343-B190-688E3E4FBB17}" presName="iconBgRect" presStyleLbl="bgShp" presStyleIdx="1" presStyleCnt="4"/>
      <dgm:spPr/>
    </dgm:pt>
    <dgm:pt modelId="{C351F250-D5DE-47D4-94D5-DD2D11C9E5B0}" type="pres">
      <dgm:prSet presAssocID="{2491CE86-9B22-4343-B190-688E3E4FBB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5805494-5398-4FDB-BF5F-9641816F9342}" type="pres">
      <dgm:prSet presAssocID="{2491CE86-9B22-4343-B190-688E3E4FBB17}" presName="spaceRect" presStyleCnt="0"/>
      <dgm:spPr/>
    </dgm:pt>
    <dgm:pt modelId="{38BC4E77-3E9E-4325-95C8-40A1BD74445B}" type="pres">
      <dgm:prSet presAssocID="{2491CE86-9B22-4343-B190-688E3E4FBB17}" presName="textRect" presStyleLbl="revTx" presStyleIdx="1" presStyleCnt="4">
        <dgm:presLayoutVars>
          <dgm:chMax val="1"/>
          <dgm:chPref val="1"/>
        </dgm:presLayoutVars>
      </dgm:prSet>
      <dgm:spPr/>
    </dgm:pt>
    <dgm:pt modelId="{39BD3D13-A9D3-484D-8881-3A9331B6930F}" type="pres">
      <dgm:prSet presAssocID="{DB85799E-4417-407A-BEB7-3BE25F5A0333}" presName="sibTrans" presStyleCnt="0"/>
      <dgm:spPr/>
    </dgm:pt>
    <dgm:pt modelId="{FA6B2B9A-29E5-47F0-B597-F3C21165041C}" type="pres">
      <dgm:prSet presAssocID="{CA08753A-FC94-4393-A9A4-969112882F89}" presName="compNode" presStyleCnt="0"/>
      <dgm:spPr/>
    </dgm:pt>
    <dgm:pt modelId="{687582C9-7E1B-4068-A9CA-2DE9828633E7}" type="pres">
      <dgm:prSet presAssocID="{CA08753A-FC94-4393-A9A4-969112882F89}" presName="iconBgRect" presStyleLbl="bgShp" presStyleIdx="2" presStyleCnt="4"/>
      <dgm:spPr/>
    </dgm:pt>
    <dgm:pt modelId="{6D4A68E2-9F11-4C38-85BA-DE8DD4A0C61A}" type="pres">
      <dgm:prSet presAssocID="{CA08753A-FC94-4393-A9A4-969112882F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A8DAE32-98E0-4852-8D34-F24CF9EB7C1C}" type="pres">
      <dgm:prSet presAssocID="{CA08753A-FC94-4393-A9A4-969112882F89}" presName="spaceRect" presStyleCnt="0"/>
      <dgm:spPr/>
    </dgm:pt>
    <dgm:pt modelId="{190E9AD7-7AB5-471B-96E4-5DA8CEFB78EE}" type="pres">
      <dgm:prSet presAssocID="{CA08753A-FC94-4393-A9A4-969112882F89}" presName="textRect" presStyleLbl="revTx" presStyleIdx="2" presStyleCnt="4">
        <dgm:presLayoutVars>
          <dgm:chMax val="1"/>
          <dgm:chPref val="1"/>
        </dgm:presLayoutVars>
      </dgm:prSet>
      <dgm:spPr/>
    </dgm:pt>
    <dgm:pt modelId="{EF8B03A4-17FA-4EE2-B7EA-C7818B372CA4}" type="pres">
      <dgm:prSet presAssocID="{271F9643-0D73-404B-BD83-BD6517092D80}" presName="sibTrans" presStyleCnt="0"/>
      <dgm:spPr/>
    </dgm:pt>
    <dgm:pt modelId="{138E796A-1A63-45F5-B803-428A5E397C79}" type="pres">
      <dgm:prSet presAssocID="{87B9D5FE-F2BD-4470-A349-9E3A904C6709}" presName="compNode" presStyleCnt="0"/>
      <dgm:spPr/>
    </dgm:pt>
    <dgm:pt modelId="{D335BDF8-9823-4E3C-93F9-C0DD39E87937}" type="pres">
      <dgm:prSet presAssocID="{87B9D5FE-F2BD-4470-A349-9E3A904C6709}" presName="iconBgRect" presStyleLbl="bgShp" presStyleIdx="3" presStyleCnt="4"/>
      <dgm:spPr/>
    </dgm:pt>
    <dgm:pt modelId="{0EF30FC3-FB13-4155-8C09-C6F33F71D2BF}" type="pres">
      <dgm:prSet presAssocID="{87B9D5FE-F2BD-4470-A349-9E3A904C670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8D58506C-A1B5-43F2-88A7-9966C00422C5}" type="pres">
      <dgm:prSet presAssocID="{87B9D5FE-F2BD-4470-A349-9E3A904C6709}" presName="spaceRect" presStyleCnt="0"/>
      <dgm:spPr/>
    </dgm:pt>
    <dgm:pt modelId="{C1F31598-B4E5-4DF0-BCCE-B444001DDC6B}" type="pres">
      <dgm:prSet presAssocID="{87B9D5FE-F2BD-4470-A349-9E3A904C670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AC0F1A-2917-41B3-96F8-D20438837FFE}" srcId="{678453B6-DC21-4BBE-B61E-C8D230AEE3C6}" destId="{CA08753A-FC94-4393-A9A4-969112882F89}" srcOrd="2" destOrd="0" parTransId="{8096C641-D891-434D-ADFA-2A85164E61A8}" sibTransId="{271F9643-0D73-404B-BD83-BD6517092D80}"/>
    <dgm:cxn modelId="{ECF98A30-4A98-4F44-9B06-E55AAB476C46}" srcId="{678453B6-DC21-4BBE-B61E-C8D230AEE3C6}" destId="{2491CE86-9B22-4343-B190-688E3E4FBB17}" srcOrd="1" destOrd="0" parTransId="{95476790-C1B5-4DAF-B35D-8F8DB693E21D}" sibTransId="{DB85799E-4417-407A-BEB7-3BE25F5A0333}"/>
    <dgm:cxn modelId="{98063933-0676-431A-B28E-A1AE8F9081C3}" type="presOf" srcId="{678453B6-DC21-4BBE-B61E-C8D230AEE3C6}" destId="{E0D5935D-6BEC-42E5-9620-8CDB93041C73}" srcOrd="0" destOrd="0" presId="urn:microsoft.com/office/officeart/2018/5/layout/IconCircleLabelList"/>
    <dgm:cxn modelId="{C80D2753-32E9-458D-8899-03BCA2F9E56C}" type="presOf" srcId="{2491CE86-9B22-4343-B190-688E3E4FBB17}" destId="{38BC4E77-3E9E-4325-95C8-40A1BD74445B}" srcOrd="0" destOrd="0" presId="urn:microsoft.com/office/officeart/2018/5/layout/IconCircleLabelList"/>
    <dgm:cxn modelId="{6CB15962-426E-4CFF-9469-A3B713A84166}" type="presOf" srcId="{0284D228-CA85-42D1-992A-5C6F70CF54B5}" destId="{EF967FC4-FD3D-4747-BBEA-0DB986F00517}" srcOrd="0" destOrd="0" presId="urn:microsoft.com/office/officeart/2018/5/layout/IconCircleLabelList"/>
    <dgm:cxn modelId="{35372D67-9F43-44CC-92A4-7656DC98A182}" type="presOf" srcId="{87B9D5FE-F2BD-4470-A349-9E3A904C6709}" destId="{C1F31598-B4E5-4DF0-BCCE-B444001DDC6B}" srcOrd="0" destOrd="0" presId="urn:microsoft.com/office/officeart/2018/5/layout/IconCircleLabelList"/>
    <dgm:cxn modelId="{74D9E87D-6903-45A5-90F2-1B0F99DA14D0}" srcId="{678453B6-DC21-4BBE-B61E-C8D230AEE3C6}" destId="{0284D228-CA85-42D1-992A-5C6F70CF54B5}" srcOrd="0" destOrd="0" parTransId="{D8FE9790-3963-4A6C-ACCB-2692389DE86B}" sibTransId="{F489CC75-AFC4-451C-BDA9-BC3517D21072}"/>
    <dgm:cxn modelId="{747D5A80-7FFE-467C-BCAC-0F8C965CE7F6}" type="presOf" srcId="{CA08753A-FC94-4393-A9A4-969112882F89}" destId="{190E9AD7-7AB5-471B-96E4-5DA8CEFB78EE}" srcOrd="0" destOrd="0" presId="urn:microsoft.com/office/officeart/2018/5/layout/IconCircleLabelList"/>
    <dgm:cxn modelId="{CCF825AF-B621-4220-9FA9-85BC5600481C}" srcId="{678453B6-DC21-4BBE-B61E-C8D230AEE3C6}" destId="{87B9D5FE-F2BD-4470-A349-9E3A904C6709}" srcOrd="3" destOrd="0" parTransId="{48B969AE-FBDD-49C9-9EF8-865EF65EACB5}" sibTransId="{077C2045-0476-47BC-9B92-83419EDA1CC6}"/>
    <dgm:cxn modelId="{1BC8EB9B-852C-4FFA-B374-B85B22CDB804}" type="presParOf" srcId="{E0D5935D-6BEC-42E5-9620-8CDB93041C73}" destId="{B40FB0CD-8D22-4D62-833A-06F4AC888FE0}" srcOrd="0" destOrd="0" presId="urn:microsoft.com/office/officeart/2018/5/layout/IconCircleLabelList"/>
    <dgm:cxn modelId="{C326E5C6-BD55-497E-A535-A35D8B4A5A98}" type="presParOf" srcId="{B40FB0CD-8D22-4D62-833A-06F4AC888FE0}" destId="{435EECFE-87D8-4DC4-891F-8A5D681AED57}" srcOrd="0" destOrd="0" presId="urn:microsoft.com/office/officeart/2018/5/layout/IconCircleLabelList"/>
    <dgm:cxn modelId="{AF694CD9-A1B3-436A-B968-997E4054529E}" type="presParOf" srcId="{B40FB0CD-8D22-4D62-833A-06F4AC888FE0}" destId="{D0FE69A0-486C-4CDA-86E3-ED0B8CA626C8}" srcOrd="1" destOrd="0" presId="urn:microsoft.com/office/officeart/2018/5/layout/IconCircleLabelList"/>
    <dgm:cxn modelId="{78CD04D6-D9B6-4A9C-A2E2-A4EED3F75D70}" type="presParOf" srcId="{B40FB0CD-8D22-4D62-833A-06F4AC888FE0}" destId="{A143CDD5-6E03-4786-9C2D-99525FA9A1AD}" srcOrd="2" destOrd="0" presId="urn:microsoft.com/office/officeart/2018/5/layout/IconCircleLabelList"/>
    <dgm:cxn modelId="{2D3E77A3-18FB-42C5-9FDD-51F5F383684A}" type="presParOf" srcId="{B40FB0CD-8D22-4D62-833A-06F4AC888FE0}" destId="{EF967FC4-FD3D-4747-BBEA-0DB986F00517}" srcOrd="3" destOrd="0" presId="urn:microsoft.com/office/officeart/2018/5/layout/IconCircleLabelList"/>
    <dgm:cxn modelId="{39ECA803-0660-49A3-BE5A-EA4A3E8CCFAC}" type="presParOf" srcId="{E0D5935D-6BEC-42E5-9620-8CDB93041C73}" destId="{A48D0B61-930F-49DA-9E82-C5694E4EA133}" srcOrd="1" destOrd="0" presId="urn:microsoft.com/office/officeart/2018/5/layout/IconCircleLabelList"/>
    <dgm:cxn modelId="{AB138A52-1B3D-4B68-92A2-8DF8C55CF2B0}" type="presParOf" srcId="{E0D5935D-6BEC-42E5-9620-8CDB93041C73}" destId="{4B777593-C0B4-4C12-B4F3-22993FFACD43}" srcOrd="2" destOrd="0" presId="urn:microsoft.com/office/officeart/2018/5/layout/IconCircleLabelList"/>
    <dgm:cxn modelId="{C8FF550A-0FEA-4512-A757-88CBCC2980EE}" type="presParOf" srcId="{4B777593-C0B4-4C12-B4F3-22993FFACD43}" destId="{8F9B8DFF-2880-4EA7-B25A-F08C0B76F7CA}" srcOrd="0" destOrd="0" presId="urn:microsoft.com/office/officeart/2018/5/layout/IconCircleLabelList"/>
    <dgm:cxn modelId="{65952079-6EE4-4D0B-A9AA-784C5D10D8F1}" type="presParOf" srcId="{4B777593-C0B4-4C12-B4F3-22993FFACD43}" destId="{C351F250-D5DE-47D4-94D5-DD2D11C9E5B0}" srcOrd="1" destOrd="0" presId="urn:microsoft.com/office/officeart/2018/5/layout/IconCircleLabelList"/>
    <dgm:cxn modelId="{F3B32257-2B9C-4CAA-9467-9A27AE0E6F98}" type="presParOf" srcId="{4B777593-C0B4-4C12-B4F3-22993FFACD43}" destId="{E5805494-5398-4FDB-BF5F-9641816F9342}" srcOrd="2" destOrd="0" presId="urn:microsoft.com/office/officeart/2018/5/layout/IconCircleLabelList"/>
    <dgm:cxn modelId="{9F1C8838-9453-4156-A6FD-C9223116F0AF}" type="presParOf" srcId="{4B777593-C0B4-4C12-B4F3-22993FFACD43}" destId="{38BC4E77-3E9E-4325-95C8-40A1BD74445B}" srcOrd="3" destOrd="0" presId="urn:microsoft.com/office/officeart/2018/5/layout/IconCircleLabelList"/>
    <dgm:cxn modelId="{54A67C63-CBE7-4180-A227-5E31FD23A5E1}" type="presParOf" srcId="{E0D5935D-6BEC-42E5-9620-8CDB93041C73}" destId="{39BD3D13-A9D3-484D-8881-3A9331B6930F}" srcOrd="3" destOrd="0" presId="urn:microsoft.com/office/officeart/2018/5/layout/IconCircleLabelList"/>
    <dgm:cxn modelId="{D479B3AE-5089-45AF-BFC7-7BCE2807BEA9}" type="presParOf" srcId="{E0D5935D-6BEC-42E5-9620-8CDB93041C73}" destId="{FA6B2B9A-29E5-47F0-B597-F3C21165041C}" srcOrd="4" destOrd="0" presId="urn:microsoft.com/office/officeart/2018/5/layout/IconCircleLabelList"/>
    <dgm:cxn modelId="{2E2FB0C7-53C9-459E-B7AD-6DCC3F47AD8B}" type="presParOf" srcId="{FA6B2B9A-29E5-47F0-B597-F3C21165041C}" destId="{687582C9-7E1B-4068-A9CA-2DE9828633E7}" srcOrd="0" destOrd="0" presId="urn:microsoft.com/office/officeart/2018/5/layout/IconCircleLabelList"/>
    <dgm:cxn modelId="{6100B876-E891-4D52-A9DE-DD5BDF2DA560}" type="presParOf" srcId="{FA6B2B9A-29E5-47F0-B597-F3C21165041C}" destId="{6D4A68E2-9F11-4C38-85BA-DE8DD4A0C61A}" srcOrd="1" destOrd="0" presId="urn:microsoft.com/office/officeart/2018/5/layout/IconCircleLabelList"/>
    <dgm:cxn modelId="{79191089-D696-43AC-95F5-51796E980927}" type="presParOf" srcId="{FA6B2B9A-29E5-47F0-B597-F3C21165041C}" destId="{4A8DAE32-98E0-4852-8D34-F24CF9EB7C1C}" srcOrd="2" destOrd="0" presId="urn:microsoft.com/office/officeart/2018/5/layout/IconCircleLabelList"/>
    <dgm:cxn modelId="{B82BD995-BD61-407B-81C4-193E33857087}" type="presParOf" srcId="{FA6B2B9A-29E5-47F0-B597-F3C21165041C}" destId="{190E9AD7-7AB5-471B-96E4-5DA8CEFB78EE}" srcOrd="3" destOrd="0" presId="urn:microsoft.com/office/officeart/2018/5/layout/IconCircleLabelList"/>
    <dgm:cxn modelId="{B7DD6341-C244-4907-BE90-A059636D2218}" type="presParOf" srcId="{E0D5935D-6BEC-42E5-9620-8CDB93041C73}" destId="{EF8B03A4-17FA-4EE2-B7EA-C7818B372CA4}" srcOrd="5" destOrd="0" presId="urn:microsoft.com/office/officeart/2018/5/layout/IconCircleLabelList"/>
    <dgm:cxn modelId="{688DEBAB-3B9F-4DDA-89ED-DF854C764393}" type="presParOf" srcId="{E0D5935D-6BEC-42E5-9620-8CDB93041C73}" destId="{138E796A-1A63-45F5-B803-428A5E397C79}" srcOrd="6" destOrd="0" presId="urn:microsoft.com/office/officeart/2018/5/layout/IconCircleLabelList"/>
    <dgm:cxn modelId="{CF8F1C2B-C2E3-4F86-BDD4-5BFE2C53EA20}" type="presParOf" srcId="{138E796A-1A63-45F5-B803-428A5E397C79}" destId="{D335BDF8-9823-4E3C-93F9-C0DD39E87937}" srcOrd="0" destOrd="0" presId="urn:microsoft.com/office/officeart/2018/5/layout/IconCircleLabelList"/>
    <dgm:cxn modelId="{826A3A2F-7D62-4F6F-8F19-A47DA89CF8C3}" type="presParOf" srcId="{138E796A-1A63-45F5-B803-428A5E397C79}" destId="{0EF30FC3-FB13-4155-8C09-C6F33F71D2BF}" srcOrd="1" destOrd="0" presId="urn:microsoft.com/office/officeart/2018/5/layout/IconCircleLabelList"/>
    <dgm:cxn modelId="{7C2C98F1-718A-4F45-9A58-A43164570A1D}" type="presParOf" srcId="{138E796A-1A63-45F5-B803-428A5E397C79}" destId="{8D58506C-A1B5-43F2-88A7-9966C00422C5}" srcOrd="2" destOrd="0" presId="urn:microsoft.com/office/officeart/2018/5/layout/IconCircleLabelList"/>
    <dgm:cxn modelId="{C9B548D4-6E1C-4A38-A1CB-4C60583B2836}" type="presParOf" srcId="{138E796A-1A63-45F5-B803-428A5E397C79}" destId="{C1F31598-B4E5-4DF0-BCCE-B444001DDC6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3BA15-E3C7-4464-A43C-8AB714260A5D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12617-A945-4154-B581-6082AFCACE46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autonomous drone that:</a:t>
          </a:r>
        </a:p>
      </dsp:txBody>
      <dsp:txXfrm>
        <a:off x="569079" y="2427788"/>
        <a:ext cx="2072362" cy="720000"/>
      </dsp:txXfrm>
    </dsp:sp>
    <dsp:sp modelId="{FD394938-E9F9-4F1D-B55E-C88DBC82F14D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782F1-2111-4500-A5E4-4302F0ACB9CA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Navigates using computer vision + sensors</a:t>
          </a:r>
        </a:p>
      </dsp:txBody>
      <dsp:txXfrm>
        <a:off x="3004105" y="2427788"/>
        <a:ext cx="2072362" cy="720000"/>
      </dsp:txXfrm>
    </dsp:sp>
    <dsp:sp modelId="{E145621A-E923-4CE1-AEBD-8E4A87330EA9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FB2D4-1E39-4278-A924-99730A4ECFC1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Detects and reads license plates in real time</a:t>
          </a:r>
        </a:p>
      </dsp:txBody>
      <dsp:txXfrm>
        <a:off x="5439131" y="2427788"/>
        <a:ext cx="2072362" cy="720000"/>
      </dsp:txXfrm>
    </dsp:sp>
    <dsp:sp modelId="{BE207180-464F-40D9-9BE4-BF6EDBBEAA81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12753-8022-41B4-8E2C-DBEB9B337C49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adapt to environment without constant input</a:t>
          </a:r>
        </a:p>
      </dsp:txBody>
      <dsp:txXfrm>
        <a:off x="7874157" y="2427788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8E158-5C0F-4321-A372-8407552F32AF}">
      <dsp:nvSpPr>
        <dsp:cNvPr id="0" name=""/>
        <dsp:cNvSpPr/>
      </dsp:nvSpPr>
      <dsp:spPr>
        <a:xfrm>
          <a:off x="8092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34EAF-F722-441F-8C61-5796514AD232}">
      <dsp:nvSpPr>
        <dsp:cNvPr id="0" name=""/>
        <dsp:cNvSpPr/>
      </dsp:nvSpPr>
      <dsp:spPr>
        <a:xfrm>
          <a:off x="8092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3 Main Layers:</a:t>
          </a:r>
          <a:endParaRPr lang="en-US" sz="1600" kern="1200"/>
        </a:p>
      </dsp:txBody>
      <dsp:txXfrm>
        <a:off x="8092" y="2092925"/>
        <a:ext cx="2320312" cy="348046"/>
      </dsp:txXfrm>
    </dsp:sp>
    <dsp:sp modelId="{E00E1A0F-8A3B-4B45-BE48-DCD43C090409}">
      <dsp:nvSpPr>
        <dsp:cNvPr id="0" name=""/>
        <dsp:cNvSpPr/>
      </dsp:nvSpPr>
      <dsp:spPr>
        <a:xfrm>
          <a:off x="8092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8240CF-D8BA-4A4F-8B7E-2DD2E831299F}">
      <dsp:nvSpPr>
        <dsp:cNvPr id="0" name=""/>
        <dsp:cNvSpPr/>
      </dsp:nvSpPr>
      <dsp:spPr>
        <a:xfrm>
          <a:off x="2734460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741FE-6542-4B5C-8168-4936A6A4EA27}">
      <dsp:nvSpPr>
        <dsp:cNvPr id="0" name=""/>
        <dsp:cNvSpPr/>
      </dsp:nvSpPr>
      <dsp:spPr>
        <a:xfrm>
          <a:off x="2734460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Flight Control System</a:t>
          </a:r>
          <a:endParaRPr lang="en-US" sz="1600" kern="1200"/>
        </a:p>
      </dsp:txBody>
      <dsp:txXfrm>
        <a:off x="2734460" y="2092925"/>
        <a:ext cx="2320312" cy="348046"/>
      </dsp:txXfrm>
    </dsp:sp>
    <dsp:sp modelId="{23D46FC9-C83E-44BF-A8DF-083DBCD2D59B}">
      <dsp:nvSpPr>
        <dsp:cNvPr id="0" name=""/>
        <dsp:cNvSpPr/>
      </dsp:nvSpPr>
      <dsp:spPr>
        <a:xfrm>
          <a:off x="2734460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Stabilization + movement</a:t>
          </a:r>
        </a:p>
      </dsp:txBody>
      <dsp:txXfrm>
        <a:off x="2734460" y="2480134"/>
        <a:ext cx="2320312" cy="674585"/>
      </dsp:txXfrm>
    </dsp:sp>
    <dsp:sp modelId="{36B23465-AC52-4438-9CAE-DADCFF498E67}">
      <dsp:nvSpPr>
        <dsp:cNvPr id="0" name=""/>
        <dsp:cNvSpPr/>
      </dsp:nvSpPr>
      <dsp:spPr>
        <a:xfrm>
          <a:off x="5460827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3C399-3F3A-4E6B-863A-6CF59FC5C211}">
      <dsp:nvSpPr>
        <dsp:cNvPr id="0" name=""/>
        <dsp:cNvSpPr/>
      </dsp:nvSpPr>
      <dsp:spPr>
        <a:xfrm>
          <a:off x="5460827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Computer Vision System</a:t>
          </a:r>
          <a:endParaRPr lang="en-US" sz="1600" kern="1200"/>
        </a:p>
      </dsp:txBody>
      <dsp:txXfrm>
        <a:off x="5460827" y="2092925"/>
        <a:ext cx="2320312" cy="348046"/>
      </dsp:txXfrm>
    </dsp:sp>
    <dsp:sp modelId="{7C269562-291A-437E-A66F-D12D3A7532AD}">
      <dsp:nvSpPr>
        <dsp:cNvPr id="0" name=""/>
        <dsp:cNvSpPr/>
      </dsp:nvSpPr>
      <dsp:spPr>
        <a:xfrm>
          <a:off x="5460827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Detection + decision making</a:t>
          </a:r>
        </a:p>
      </dsp:txBody>
      <dsp:txXfrm>
        <a:off x="5460827" y="2480134"/>
        <a:ext cx="2320312" cy="674585"/>
      </dsp:txXfrm>
    </dsp:sp>
    <dsp:sp modelId="{CB2F6E86-B0CD-42AF-8892-6AE62E1F1D57}">
      <dsp:nvSpPr>
        <dsp:cNvPr id="0" name=""/>
        <dsp:cNvSpPr/>
      </dsp:nvSpPr>
      <dsp:spPr>
        <a:xfrm>
          <a:off x="8187194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C332D-9E5A-4D01-924E-F1BE2192167D}">
      <dsp:nvSpPr>
        <dsp:cNvPr id="0" name=""/>
        <dsp:cNvSpPr/>
      </dsp:nvSpPr>
      <dsp:spPr>
        <a:xfrm>
          <a:off x="8187194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Navigation System</a:t>
          </a:r>
          <a:endParaRPr lang="en-US" sz="1600" kern="1200"/>
        </a:p>
      </dsp:txBody>
      <dsp:txXfrm>
        <a:off x="8187194" y="2092925"/>
        <a:ext cx="2320312" cy="348046"/>
      </dsp:txXfrm>
    </dsp:sp>
    <dsp:sp modelId="{E15487EA-9A67-4107-8492-5952F0F05030}">
      <dsp:nvSpPr>
        <dsp:cNvPr id="0" name=""/>
        <dsp:cNvSpPr/>
      </dsp:nvSpPr>
      <dsp:spPr>
        <a:xfrm>
          <a:off x="8187194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Path planning + obstacle avoidance</a:t>
          </a:r>
        </a:p>
      </dsp:txBody>
      <dsp:txXfrm>
        <a:off x="8187194" y="2480134"/>
        <a:ext cx="2320312" cy="6745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876CD-3EE8-4220-8433-E9F47C182984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C98B2-B23E-44DA-8D47-3850F38F713A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E8AA4-863E-432C-A715-6A189E49CC3C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 dirty="0">
              <a:solidFill>
                <a:srgbClr val="00B0F0"/>
              </a:solidFill>
            </a:rPr>
            <a:t>License plate detection (YOLO / OpenCV)</a:t>
          </a:r>
          <a:endParaRPr lang="en-US" sz="1700" kern="1200" dirty="0">
            <a:solidFill>
              <a:srgbClr val="00B0F0"/>
            </a:solidFill>
          </a:endParaRPr>
        </a:p>
      </dsp:txBody>
      <dsp:txXfrm>
        <a:off x="569079" y="2644614"/>
        <a:ext cx="2072362" cy="720000"/>
      </dsp:txXfrm>
    </dsp:sp>
    <dsp:sp modelId="{F219EAC9-BA7C-42D0-9AC9-5C48205C4497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A16A8-5B42-426C-AD62-935DF8249FF9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75B43-421F-4B27-972C-033495CB5DF7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>
              <a:solidFill>
                <a:srgbClr val="00B0F0"/>
              </a:solidFill>
            </a:rPr>
            <a:t>Optical Character Recognition (OCR)</a:t>
          </a:r>
          <a:endParaRPr lang="en-US" sz="1700" kern="1200">
            <a:solidFill>
              <a:srgbClr val="00B0F0"/>
            </a:solidFill>
          </a:endParaRPr>
        </a:p>
      </dsp:txBody>
      <dsp:txXfrm>
        <a:off x="3004105" y="2644614"/>
        <a:ext cx="2072362" cy="720000"/>
      </dsp:txXfrm>
    </dsp:sp>
    <dsp:sp modelId="{AECB4540-15C1-4198-8D03-4C8384167F54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3CA31-692A-48ED-BD5B-C43AE264BEEB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6A3FD-B57E-4E55-A06B-E5FBA77CED1F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>
              <a:solidFill>
                <a:srgbClr val="00B0F0"/>
              </a:solidFill>
            </a:rPr>
            <a:t>Object tracking</a:t>
          </a:r>
          <a:endParaRPr lang="en-US" sz="1700" kern="1200">
            <a:solidFill>
              <a:srgbClr val="00B0F0"/>
            </a:solidFill>
          </a:endParaRPr>
        </a:p>
      </dsp:txBody>
      <dsp:txXfrm>
        <a:off x="5439131" y="2644614"/>
        <a:ext cx="2072362" cy="720000"/>
      </dsp:txXfrm>
    </dsp:sp>
    <dsp:sp modelId="{3A25A003-56F7-436D-B57B-2F352749E103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E10F9-CB73-434C-8385-43C8160EB608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17F9E-25BC-4AA4-966C-ABC639DB515A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>
              <a:solidFill>
                <a:srgbClr val="00B0F0"/>
              </a:solidFill>
            </a:rPr>
            <a:t>Visual positioning (optical flow)</a:t>
          </a:r>
          <a:endParaRPr lang="en-US" sz="1700" kern="1200">
            <a:solidFill>
              <a:srgbClr val="00B0F0"/>
            </a:solidFill>
          </a:endParaRPr>
        </a:p>
      </dsp:txBody>
      <dsp:txXfrm>
        <a:off x="7874157" y="2644614"/>
        <a:ext cx="207236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B0C2C-1504-F841-BCC1-07F03BD951FC}">
      <dsp:nvSpPr>
        <dsp:cNvPr id="0" name=""/>
        <dsp:cNvSpPr/>
      </dsp:nvSpPr>
      <dsp:spPr>
        <a:xfrm>
          <a:off x="0" y="35280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268D9-B138-2843-8152-09DB0C133F14}">
      <dsp:nvSpPr>
        <dsp:cNvPr id="0" name=""/>
        <dsp:cNvSpPr/>
      </dsp:nvSpPr>
      <dsp:spPr>
        <a:xfrm>
          <a:off x="525780" y="72369"/>
          <a:ext cx="7360920" cy="5608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OpenCV</a:t>
          </a:r>
          <a:r>
            <a:rPr lang="en-US" sz="1900" b="0" i="0" kern="1200" baseline="0"/>
            <a:t> → image processing</a:t>
          </a:r>
          <a:endParaRPr lang="en-US" sz="1900" kern="1200"/>
        </a:p>
      </dsp:txBody>
      <dsp:txXfrm>
        <a:off x="553160" y="99749"/>
        <a:ext cx="7306160" cy="506119"/>
      </dsp:txXfrm>
    </dsp:sp>
    <dsp:sp modelId="{95BAF285-3905-4B4C-8A48-DA32116EA510}">
      <dsp:nvSpPr>
        <dsp:cNvPr id="0" name=""/>
        <dsp:cNvSpPr/>
      </dsp:nvSpPr>
      <dsp:spPr>
        <a:xfrm>
          <a:off x="0" y="121464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05CEF-6C64-C74B-9C0E-02F90A26CC2E}">
      <dsp:nvSpPr>
        <dsp:cNvPr id="0" name=""/>
        <dsp:cNvSpPr/>
      </dsp:nvSpPr>
      <dsp:spPr>
        <a:xfrm>
          <a:off x="525780" y="934209"/>
          <a:ext cx="7360920" cy="560879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YOLO</a:t>
          </a:r>
          <a:r>
            <a:rPr lang="en-US" sz="1900" b="0" i="0" kern="1200" baseline="0"/>
            <a:t> → object detection</a:t>
          </a:r>
          <a:endParaRPr lang="en-US" sz="1900" kern="1200"/>
        </a:p>
      </dsp:txBody>
      <dsp:txXfrm>
        <a:off x="553160" y="961589"/>
        <a:ext cx="7306160" cy="506119"/>
      </dsp:txXfrm>
    </dsp:sp>
    <dsp:sp modelId="{7EA0D02D-BABE-F247-885B-02F8298B0628}">
      <dsp:nvSpPr>
        <dsp:cNvPr id="0" name=""/>
        <dsp:cNvSpPr/>
      </dsp:nvSpPr>
      <dsp:spPr>
        <a:xfrm>
          <a:off x="0" y="207648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5D29B-A319-604D-8763-D3F7675A6AD2}">
      <dsp:nvSpPr>
        <dsp:cNvPr id="0" name=""/>
        <dsp:cNvSpPr/>
      </dsp:nvSpPr>
      <dsp:spPr>
        <a:xfrm>
          <a:off x="525780" y="1796049"/>
          <a:ext cx="7360920" cy="56087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Tesseract OCR</a:t>
          </a:r>
          <a:r>
            <a:rPr lang="en-US" sz="1900" b="0" i="0" kern="1200" baseline="0"/>
            <a:t> → plate reading</a:t>
          </a:r>
          <a:endParaRPr lang="en-US" sz="1900" kern="1200"/>
        </a:p>
      </dsp:txBody>
      <dsp:txXfrm>
        <a:off x="553160" y="1823429"/>
        <a:ext cx="7306160" cy="506119"/>
      </dsp:txXfrm>
    </dsp:sp>
    <dsp:sp modelId="{F6A76D94-F44D-0941-8A4D-A7EE640ECD46}">
      <dsp:nvSpPr>
        <dsp:cNvPr id="0" name=""/>
        <dsp:cNvSpPr/>
      </dsp:nvSpPr>
      <dsp:spPr>
        <a:xfrm>
          <a:off x="0" y="293832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50B8B-D84C-7D47-8079-3910A86D1DE7}">
      <dsp:nvSpPr>
        <dsp:cNvPr id="0" name=""/>
        <dsp:cNvSpPr/>
      </dsp:nvSpPr>
      <dsp:spPr>
        <a:xfrm>
          <a:off x="525780" y="2657889"/>
          <a:ext cx="7360920" cy="560879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Python scripts</a:t>
          </a:r>
          <a:r>
            <a:rPr lang="en-US" sz="1900" b="0" i="0" kern="1200" baseline="0"/>
            <a:t> → control logic</a:t>
          </a:r>
          <a:endParaRPr lang="en-US" sz="1900" kern="1200"/>
        </a:p>
      </dsp:txBody>
      <dsp:txXfrm>
        <a:off x="553160" y="2685269"/>
        <a:ext cx="7306160" cy="506119"/>
      </dsp:txXfrm>
    </dsp:sp>
    <dsp:sp modelId="{C02E506D-A390-4A4A-AFF3-1C0089F3BED2}">
      <dsp:nvSpPr>
        <dsp:cNvPr id="0" name=""/>
        <dsp:cNvSpPr/>
      </dsp:nvSpPr>
      <dsp:spPr>
        <a:xfrm>
          <a:off x="0" y="380016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A70EF-28E2-F740-9E4F-176E5406438C}">
      <dsp:nvSpPr>
        <dsp:cNvPr id="0" name=""/>
        <dsp:cNvSpPr/>
      </dsp:nvSpPr>
      <dsp:spPr>
        <a:xfrm>
          <a:off x="525780" y="3519729"/>
          <a:ext cx="7360920" cy="5608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Drone firmware (Betaflight / PX4)</a:t>
          </a:r>
          <a:endParaRPr lang="en-US" sz="1900" kern="1200"/>
        </a:p>
      </dsp:txBody>
      <dsp:txXfrm>
        <a:off x="553160" y="3547109"/>
        <a:ext cx="7306160" cy="5061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1C6D86-D586-4483-806B-70CF83A545E1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E3B39-D924-4E14-B61E-0B4058F2C03B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Parking lot monitoring</a:t>
          </a:r>
          <a:endParaRPr lang="en-US" sz="2300" kern="1200"/>
        </a:p>
      </dsp:txBody>
      <dsp:txXfrm>
        <a:off x="569079" y="2427788"/>
        <a:ext cx="2072362" cy="720000"/>
      </dsp:txXfrm>
    </dsp:sp>
    <dsp:sp modelId="{19EA008E-320B-4D7E-BA7C-5BA123AD0F92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24BED-4319-4959-B285-C26F0093D334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Campus security</a:t>
          </a:r>
          <a:endParaRPr lang="en-US" sz="2300" kern="1200"/>
        </a:p>
      </dsp:txBody>
      <dsp:txXfrm>
        <a:off x="3004105" y="2427788"/>
        <a:ext cx="2072362" cy="720000"/>
      </dsp:txXfrm>
    </dsp:sp>
    <dsp:sp modelId="{59A976FA-D779-4188-9BC6-944AFD361DBC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17659-E631-4795-9AE9-2ACD50CFBA44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Traffic observation</a:t>
          </a:r>
          <a:endParaRPr lang="en-US" sz="2300" kern="1200"/>
        </a:p>
      </dsp:txBody>
      <dsp:txXfrm>
        <a:off x="5439131" y="2427788"/>
        <a:ext cx="2072362" cy="720000"/>
      </dsp:txXfrm>
    </dsp:sp>
    <dsp:sp modelId="{CB1FF989-FC3B-4B48-B68C-BE0A78A9B7FA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C6D38-53D5-4A5C-BC05-B84A14A3E006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Search &amp; tracking tasks</a:t>
          </a:r>
          <a:endParaRPr lang="en-US" sz="2300" kern="1200"/>
        </a:p>
      </dsp:txBody>
      <dsp:txXfrm>
        <a:off x="7874157" y="2427788"/>
        <a:ext cx="207236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3EDBD-A208-4C06-9285-00DC8274E696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92558-F6C1-47B9-838E-619B0A0E1CA8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Real-time processing limits on Raspberry Pi</a:t>
          </a:r>
          <a:endParaRPr lang="en-US" sz="1700" kern="1200"/>
        </a:p>
      </dsp:txBody>
      <dsp:txXfrm>
        <a:off x="569079" y="2427788"/>
        <a:ext cx="2072362" cy="720000"/>
      </dsp:txXfrm>
    </dsp:sp>
    <dsp:sp modelId="{1DFB8198-C929-4DD3-BF0D-A604C052DBD9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82E34-5BF9-4136-AEDB-5CB1310CC77B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Stable flight while processing vision</a:t>
          </a:r>
          <a:endParaRPr lang="en-US" sz="1700" kern="1200"/>
        </a:p>
      </dsp:txBody>
      <dsp:txXfrm>
        <a:off x="3004105" y="2427788"/>
        <a:ext cx="2072362" cy="720000"/>
      </dsp:txXfrm>
    </dsp:sp>
    <dsp:sp modelId="{93123050-A36C-4628-8D9D-8079716C96F6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58DCC-00A2-4114-966D-1DCC1459CA9C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Lighting conditions affecting detection</a:t>
          </a:r>
          <a:endParaRPr lang="en-US" sz="1700" kern="1200"/>
        </a:p>
      </dsp:txBody>
      <dsp:txXfrm>
        <a:off x="5439131" y="2427788"/>
        <a:ext cx="2072362" cy="720000"/>
      </dsp:txXfrm>
    </dsp:sp>
    <dsp:sp modelId="{6B4FDAFD-2DB3-48C9-B064-AEA57298BEF4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D58B0-2A67-44E6-922A-C95D87D573A3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Sensor accuracy and calibration</a:t>
          </a:r>
          <a:endParaRPr lang="en-US" sz="1700" kern="1200"/>
        </a:p>
      </dsp:txBody>
      <dsp:txXfrm>
        <a:off x="7874157" y="2427788"/>
        <a:ext cx="207236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EECFE-87D8-4DC4-891F-8A5D681AED57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E69A0-486C-4CDA-86E3-ED0B8CA626C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67FC4-FD3D-4747-BBEA-0DB986F00517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Bradley Johnson- hardware assembly and drone frame integration.</a:t>
          </a:r>
        </a:p>
      </dsp:txBody>
      <dsp:txXfrm>
        <a:off x="100682" y="2684598"/>
        <a:ext cx="2370489" cy="720000"/>
      </dsp:txXfrm>
    </dsp:sp>
    <dsp:sp modelId="{8F9B8DFF-2880-4EA7-B25A-F08C0B76F7CA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1F250-D5DE-47D4-94D5-DD2D11C9E5B0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C4E77-3E9E-4325-95C8-40A1BD74445B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Ethan Pham- Responsible for computer vision implementation and testing.</a:t>
          </a:r>
        </a:p>
      </dsp:txBody>
      <dsp:txXfrm>
        <a:off x="2886007" y="2684598"/>
        <a:ext cx="2370489" cy="720000"/>
      </dsp:txXfrm>
    </dsp:sp>
    <dsp:sp modelId="{687582C9-7E1B-4068-A9CA-2DE9828633E7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A68E2-9F11-4C38-85BA-DE8DD4A0C61A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E9AD7-7AB5-471B-96E4-5DA8CEFB78E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Hoang Dinh-software integration and backend development for the computer vision processing system.</a:t>
          </a:r>
        </a:p>
      </dsp:txBody>
      <dsp:txXfrm>
        <a:off x="5671332" y="2684598"/>
        <a:ext cx="2370489" cy="720000"/>
      </dsp:txXfrm>
    </dsp:sp>
    <dsp:sp modelId="{D335BDF8-9823-4E3C-93F9-C0DD39E87937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30FC3-FB13-4155-8C09-C6F33F71D2BF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F31598-B4E5-4DF0-BCCE-B444001DDC6B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Violetta Basden-system coordination and project management.</a:t>
          </a:r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CFEB-BE62-F725-256B-5A8113E4D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E2466-5AF7-9EA3-33EF-D217459E6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6D9D5-F25F-6003-E3B2-A2094CF27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B725-CE5E-5377-4A4D-01CECB83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C994-AF8F-FEA7-5669-C44E9D86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7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BCB0-AD2A-E5B2-EDA3-377658014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A068-171C-F607-608B-A656CABAC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922FD-B307-3EBA-371B-90FD0C03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DB892-F605-0588-DAFA-C5DCF027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3DB84-1C42-00D3-DBB1-208692E2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7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73D3-0BFE-A0E6-CE6F-03F25D46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5D1ED-1752-CC28-B7AA-85B6334B7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2225E-DD02-4576-DC7E-AB65AA3F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D6FA8-EE2E-9499-D42F-20339A43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8D65A-80D4-2CB1-9965-CBFB3487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5BB9-E3DF-BC81-D252-3DB7C159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4CA1A-A5CF-BAC8-7F71-0E4B61D9F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5182F-5CF4-E541-A6A7-1C7E12A22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21DAA-13C3-9E82-9335-2D72F071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C99CE-391B-1E64-A5A5-709953C1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61158-03F6-A836-E500-2560C45A8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05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9C88-6940-E3F4-7C6E-0B4C086B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E76F5-AC08-2218-7EBC-850701278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E40C2-CE8E-3C71-4863-634175C3B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09FE7-D037-203C-BCF4-0DA21C41B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D4BA5-8A93-7889-5166-CA46C6994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60CCC-AA46-08E4-2179-78DC9694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3A552A-33A2-D937-8565-1FEE9397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9B362-E1E5-31BE-EBD5-F77D2BF7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6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5267-6A8E-CC52-7909-D984C2D6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E9C4A-7398-8BE6-DF10-9857E3DA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9BE74-9001-F47D-07AE-43A56186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C95C8-E1F2-4260-3430-5C07405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296C9-D6F2-A29F-27ED-725B58D3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AA9CF-5969-F09A-7F98-65AEF560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A1EBD-90A4-6075-6CF0-494EC54D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2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59DEC-34CD-5070-CF9B-BA59FF995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780B-9901-EEDF-C3E7-3B72FF8B8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9BC87-CE7D-1AAD-A734-5FB10F432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7C53E-D6B0-D427-61A4-2323C068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B82F5-DE6E-21F0-BA12-7F612397D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7EF0D-7BC1-A993-5798-3E9231B6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5D2F-9851-FBA8-E3FA-50110E34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F95E8-6E02-FF08-252E-1AD5A49C6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72842-DDD4-AE47-F809-EB6212A3A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CB821-8302-4C39-83C6-A1EAD67C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BE3C5-8EC8-EB42-BD32-EEEE6E66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77E7A-BBE6-6310-D93C-6E1032A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61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C4FE-EE0E-7F03-D953-7646A5072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715FF-B326-4A2C-1963-F9A52A8A9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AE873-CFF4-43D5-3932-8ECAEDCB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2D265-6CF3-E8A3-7657-DDBA793F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2F597-777A-7166-5BD8-8DE61B35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8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2F0573-9BCF-46C5-5A18-3BCB7CC77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35CD8-8656-A23F-A3CE-7B7AEA115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5C80B-1EDE-B9B5-C069-CE09BF1F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4A140-BF17-9949-E725-D5453C1E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FF836-C71C-C006-4B14-5A26FB85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4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B0B1A-1D10-9D55-17B7-CE7DD410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23A59-F6E4-F6DD-5C3E-15464EB3D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9DAE5-4703-F87D-1F5F-7F710E31D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B92EF-10E9-674E-AE93-55A9E83896A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5383F-6B39-7220-CEA8-43B2E2E7D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BFEAA-0093-8649-97D8-C6AA43060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34A0F-AB0E-F743-BDB8-58BC13790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3D Machine Parts">
            <a:extLst>
              <a:ext uri="{FF2B5EF4-FFF2-40B4-BE49-F238E27FC236}">
                <a16:creationId xmlns:a16="http://schemas.microsoft.com/office/drawing/2014/main" id="{DDBD4909-A485-E361-95FD-AF3B9306F5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FEF56-98D4-4331-28A6-3693E49F0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3" y="55484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Autonomous Drone System Using Computer Vision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3D4CB-A59A-BE34-BCD6-4BDA0D8A0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523" y="2854411"/>
            <a:ext cx="10678296" cy="3038661"/>
          </a:xfrm>
        </p:spPr>
        <p:txBody>
          <a:bodyPr anchor="b">
            <a:noAutofit/>
          </a:bodyPr>
          <a:lstStyle/>
          <a:p>
            <a:pPr algn="l"/>
            <a:r>
              <a:rPr lang="en-US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Team </a:t>
            </a:r>
            <a:r>
              <a:rPr lang="en-US" sz="32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DeepThinkers</a:t>
            </a:r>
            <a:endParaRPr lang="en-US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l"/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Bradley Johnson </a:t>
            </a:r>
          </a:p>
          <a:p>
            <a:pPr algn="l"/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Ethan Pham</a:t>
            </a:r>
          </a:p>
          <a:p>
            <a:pPr algn="l"/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Hoang Dinh</a:t>
            </a:r>
          </a:p>
          <a:p>
            <a:pPr algn="l"/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Violetta Basden</a:t>
            </a:r>
          </a:p>
        </p:txBody>
      </p:sp>
    </p:spTree>
    <p:extLst>
      <p:ext uri="{BB962C8B-B14F-4D97-AF65-F5344CB8AC3E}">
        <p14:creationId xmlns:p14="http://schemas.microsoft.com/office/powerpoint/2010/main" val="70659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delivery drone carrying a package inside a warehouse">
            <a:extLst>
              <a:ext uri="{FF2B5EF4-FFF2-40B4-BE49-F238E27FC236}">
                <a16:creationId xmlns:a16="http://schemas.microsoft.com/office/drawing/2014/main" id="{B2AB1963-7E58-2A61-351D-CCFC6AE2C6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C91B61-A73B-08B3-0819-7D8500C1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Focus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56177B-84B0-281C-7C63-19D533FCA6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85986" y="1671566"/>
            <a:ext cx="5170861" cy="40720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semi-to-fully autonomous drone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Uses computer vision for navigation + detection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Can: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Read license plates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Track objects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Monitor environments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6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Drone flying over a field">
            <a:extLst>
              <a:ext uri="{FF2B5EF4-FFF2-40B4-BE49-F238E27FC236}">
                <a16:creationId xmlns:a16="http://schemas.microsoft.com/office/drawing/2014/main" id="{07DD7328-8CC6-A98E-559A-A1F3E1C3B0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6E006D-C874-A7AF-7410-E6AC72C7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269336-37E8-F894-5A81-A7E4F80C3F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3460" y="2487112"/>
            <a:ext cx="5170861" cy="40720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Manual drone operation: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Requires constant human control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Limited efficiency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Fixed cameras: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Limited coverage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Need for: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Mobile + intelligent monitoring system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46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DB23E-69A2-A347-3137-74CB33EE18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530" b="132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FA1F93-2A7A-3AA6-3521-F873BD2B8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6B83AE-6371-64B2-8B03-88B73C423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302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2516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7DA180-F712-F66C-F7C8-215E73BD6F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287" b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74606E-DEB8-C188-3A65-590CF593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Core System Architecture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9FDD53-8ECE-F27D-5054-9A57BC80C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4393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8321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A300A-54CD-4602-DA9B-D4E96DAD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How Autonomous Flight Works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2C057C60-9973-F9F9-AF46-7DC814651D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2667" y="2398957"/>
            <a:ext cx="9406666" cy="35261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Camera captures live video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Vision model processes frames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Detects: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Ground movement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Obstacles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Drone adjusts movement automatically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Targets (license plates) are identified and tracked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5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screen&#10;&#10;AI-generated content may be incorrect.">
            <a:extLst>
              <a:ext uri="{FF2B5EF4-FFF2-40B4-BE49-F238E27FC236}">
                <a16:creationId xmlns:a16="http://schemas.microsoft.com/office/drawing/2014/main" id="{9B3B9826-6F43-2209-1A43-19B6C28ED6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5605" r="306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71CD44-B7ED-6587-6C5B-3B4053E4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Computer Vision Capabilities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ABBA307-6C3A-AE20-4CBF-886725924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8656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9820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6AFAC-8CF9-6EB7-A9C0-F28D6DE844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CED1F2-E2F9-755C-02B8-3448F83F2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Autonomous Navigation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87E88D-0EB5-AEE4-588C-70FDD9FB9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Flight Controller (FC)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→ Stabilization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Companion Computer (Pi 5)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→ Vision + AI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Sensors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Optical flow → position hold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Radar/ultrasonic → obstacle avoidance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469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5075B0-3BCF-E64A-E3CD-CE7745F81D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695557-D461-2BD0-E8CB-BCEB58A4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Software Stack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EACF28E-0A2A-6844-BF25-9E47547C30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731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4737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346-85D1-B85E-B532-C4C0B255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Cases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6D7D48-32BA-4279-35DC-22B083E3C9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28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6AE15-E6B0-04D5-5570-79F2C7A73B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88BC7-B8C3-9113-5AE9-A70E6CC9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Challenges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51CAA70-6C20-318F-F5E9-E6D147427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9926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3003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67FB9-FF5B-E77B-C998-CA4A929E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Future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5CB73D-2044-D325-3419-C73404C841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Full GPS waypoint navigation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Edge AI acceleration (Jetson Nano / Coral TPU)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Swarm drones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Cloud-based plate database</a:t>
            </a:r>
          </a:p>
        </p:txBody>
      </p:sp>
      <p:pic>
        <p:nvPicPr>
          <p:cNvPr id="6" name="Picture 5" descr="A 3D pattern of ring shapes connected by lines">
            <a:extLst>
              <a:ext uri="{FF2B5EF4-FFF2-40B4-BE49-F238E27FC236}">
                <a16:creationId xmlns:a16="http://schemas.microsoft.com/office/drawing/2014/main" id="{8D3DD629-F82D-4141-E551-FB45B1985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1" r="4133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85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722DD-B5A9-D5A0-3720-A87486D9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Responsibilities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FD1A3E-0B9B-CBB9-0F3A-D03E04D20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1539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562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04EED-2329-5B65-8965-7402F020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Time Line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FC6349-2A99-3FFE-6449-943E8F6500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184593"/>
              </p:ext>
            </p:extLst>
          </p:nvPr>
        </p:nvGraphicFramePr>
        <p:xfrm>
          <a:off x="1044649" y="2112579"/>
          <a:ext cx="10126644" cy="4354774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206357">
                  <a:extLst>
                    <a:ext uri="{9D8B030D-6E8A-4147-A177-3AD203B41FA5}">
                      <a16:colId xmlns:a16="http://schemas.microsoft.com/office/drawing/2014/main" val="1874725667"/>
                    </a:ext>
                  </a:extLst>
                </a:gridCol>
                <a:gridCol w="2536792">
                  <a:extLst>
                    <a:ext uri="{9D8B030D-6E8A-4147-A177-3AD203B41FA5}">
                      <a16:colId xmlns:a16="http://schemas.microsoft.com/office/drawing/2014/main" val="471159098"/>
                    </a:ext>
                  </a:extLst>
                </a:gridCol>
                <a:gridCol w="2786137">
                  <a:extLst>
                    <a:ext uri="{9D8B030D-6E8A-4147-A177-3AD203B41FA5}">
                      <a16:colId xmlns:a16="http://schemas.microsoft.com/office/drawing/2014/main" val="2927204968"/>
                    </a:ext>
                  </a:extLst>
                </a:gridCol>
                <a:gridCol w="2049226">
                  <a:extLst>
                    <a:ext uri="{9D8B030D-6E8A-4147-A177-3AD203B41FA5}">
                      <a16:colId xmlns:a16="http://schemas.microsoft.com/office/drawing/2014/main" val="3871492504"/>
                    </a:ext>
                  </a:extLst>
                </a:gridCol>
                <a:gridCol w="1548132">
                  <a:extLst>
                    <a:ext uri="{9D8B030D-6E8A-4147-A177-3AD203B41FA5}">
                      <a16:colId xmlns:a16="http://schemas.microsoft.com/office/drawing/2014/main" val="1353749470"/>
                    </a:ext>
                  </a:extLst>
                </a:gridCol>
              </a:tblGrid>
              <a:tr h="41203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16101" marB="8050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Task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16101" marB="8050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Deliverable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16101" marB="8050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Responsible Member(s)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16101" marB="8050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Target Completion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16101" marB="8050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694009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1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Project planning and system design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Project concept and system architecture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All Members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March 10,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271572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2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Bill of Materials development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Complete component list and sourcing plan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Hoang Dinh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March 15,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605224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3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Hardware acquisition and preparation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Drone frame and core components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Bradley Johnson, Violetta Basden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March 25,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85012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4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Drone assembly and hardware integration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Assembled drone prototype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Bradley Johnson, Violetta Basden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April 5,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83907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5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Computer vision development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License plate detection pipeline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Ethan Pham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April 10,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176698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6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System integration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Drone and computer vision system connected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Hoang Dinh, Ethan Pham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April 15,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203523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7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Testing and debugging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Functional prototype demonstration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All Members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April 20,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061015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8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Documentation and report preparation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Final technical report draft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All Members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April 25,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608241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Phase 9</a:t>
                      </a:r>
                      <a:endParaRPr lang="en-US" sz="1400" b="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Final review and submission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Completed report and project deliverables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All Members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May 1, 2026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0" marR="31093" marT="24152" marB="80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248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196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22E4B4F4-5939-270E-7BF5-16EC905509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4732" b="1026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E19BD6-0DA1-204D-53C0-79DB6F36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Major Project Deliverables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0CF84-2787-9E5D-063A-B974FA2EA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US">
                <a:solidFill>
                  <a:srgbClr val="FFFFFF"/>
                </a:solidFill>
              </a:rPr>
              <a:t>A fully assembled drone prototype platform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Integration of a Raspberry Pi 5 computing unit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Implementation of a computer vision pipeline for license plate detection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Testing and validation of the prototype system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A complete technical report describing the system design and development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A final project presentation and demonstration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085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6AD4-4FE8-107F-65A5-915F731F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 of materials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F70B5C6-CD10-6ECC-3B05-111A0ED002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783074"/>
              </p:ext>
            </p:extLst>
          </p:nvPr>
        </p:nvGraphicFramePr>
        <p:xfrm>
          <a:off x="838200" y="3086894"/>
          <a:ext cx="6967194" cy="1828800"/>
        </p:xfrm>
        <a:graphic>
          <a:graphicData uri="http://schemas.openxmlformats.org/drawingml/2006/table">
            <a:tbl>
              <a:tblPr/>
              <a:tblGrid>
                <a:gridCol w="3483597">
                  <a:extLst>
                    <a:ext uri="{9D8B030D-6E8A-4147-A177-3AD203B41FA5}">
                      <a16:colId xmlns:a16="http://schemas.microsoft.com/office/drawing/2014/main" val="895707461"/>
                    </a:ext>
                  </a:extLst>
                </a:gridCol>
                <a:gridCol w="3483597">
                  <a:extLst>
                    <a:ext uri="{9D8B030D-6E8A-4147-A177-3AD203B41FA5}">
                      <a16:colId xmlns:a16="http://schemas.microsoft.com/office/drawing/2014/main" val="175072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838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Raspberry Pi 5 (8GB)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22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 Module v3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727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Secondary Camera (optional)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1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MicroSD 64GB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436893"/>
                  </a:ext>
                </a:extLst>
              </a:tr>
            </a:tbl>
          </a:graphicData>
        </a:graphic>
      </p:graphicFrame>
      <p:pic>
        <p:nvPicPr>
          <p:cNvPr id="15362" name="Picture 2" descr="Raspberry Pi 5 Technical Specifications and Mechanical Drawings - element14  Community">
            <a:extLst>
              <a:ext uri="{FF2B5EF4-FFF2-40B4-BE49-F238E27FC236}">
                <a16:creationId xmlns:a16="http://schemas.microsoft.com/office/drawing/2014/main" id="{34FA03F6-4064-4481-5C93-EFBDFEFCD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356" y="1456266"/>
            <a:ext cx="5999484" cy="394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533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915E-7CEB-7355-819B-2499D9C3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Flight &amp; Control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B70E02-0EDC-E670-EFD5-930CC6AD8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82790"/>
              </p:ext>
            </p:extLst>
          </p:nvPr>
        </p:nvGraphicFramePr>
        <p:xfrm>
          <a:off x="838200" y="30792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81998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81890419"/>
                    </a:ext>
                  </a:extLst>
                </a:gridCol>
              </a:tblGrid>
              <a:tr h="346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041485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Flight Controller (</a:t>
                      </a:r>
                      <a:r>
                        <a:rPr lang="en-US" b="1" dirty="0"/>
                        <a:t>MicoAir743v2-AIO-45A)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138043"/>
                  </a:ext>
                </a:extLst>
              </a:tr>
              <a:tr h="3462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Brushless Motors (</a:t>
                      </a:r>
                      <a:r>
                        <a:rPr lang="en-US" b="1" dirty="0"/>
                        <a:t>AOS RC Supernova 1605)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0581"/>
                  </a:ext>
                </a:extLst>
              </a:tr>
              <a:tr h="865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Ruby </a:t>
                      </a:r>
                      <a:r>
                        <a:rPr lang="en-US" dirty="0" err="1"/>
                        <a:t>fpv</a:t>
                      </a:r>
                      <a:r>
                        <a:rPr lang="en-US" dirty="0"/>
                        <a:t> VTX (</a:t>
                      </a:r>
                      <a:r>
                        <a:rPr lang="en-US" b="1" dirty="0"/>
                        <a:t>Wyvern Link </a:t>
                      </a:r>
                      <a:r>
                        <a:rPr lang="en-US" b="1" dirty="0" err="1"/>
                        <a:t>OpenIPC</a:t>
                      </a:r>
                      <a:r>
                        <a:rPr lang="en-US" b="1" dirty="0"/>
                        <a:t>)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286508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Propellers (</a:t>
                      </a:r>
                      <a:r>
                        <a:rPr lang="en-US" b="1" dirty="0" err="1"/>
                        <a:t>Gemfan</a:t>
                      </a:r>
                      <a:r>
                        <a:rPr lang="en-US" b="1" dirty="0"/>
                        <a:t> D76 )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878903"/>
                  </a:ext>
                </a:extLst>
              </a:tr>
              <a:tr h="3462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Drone Frame (</a:t>
                      </a:r>
                      <a:r>
                        <a:rPr lang="en-US" b="1" dirty="0"/>
                        <a:t>MVD30 O4 Frame)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356831"/>
                  </a:ext>
                </a:extLst>
              </a:tr>
            </a:tbl>
          </a:graphicData>
        </a:graphic>
      </p:graphicFrame>
      <p:pic>
        <p:nvPicPr>
          <p:cNvPr id="16386" name="Picture 2" descr="MVD30 O4 Frame – MicoAir Tech Store">
            <a:extLst>
              <a:ext uri="{FF2B5EF4-FFF2-40B4-BE49-F238E27FC236}">
                <a16:creationId xmlns:a16="http://schemas.microsoft.com/office/drawing/2014/main" id="{36CABB0F-C308-6A36-6847-4BD869E45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03" y="1690688"/>
            <a:ext cx="4597330" cy="4097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30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86B6-3A72-1902-8E01-B5203A0D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&amp; Autonomy Sensors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9243A0-4E76-92F7-7E37-80AC123310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2073898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3322346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54829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421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Optical Flow Sensor (</a:t>
                      </a:r>
                      <a:r>
                        <a:rPr lang="en-US" b="1" dirty="0"/>
                        <a:t>MTF-01P)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599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Ultrasonic Sensor (</a:t>
                      </a:r>
                      <a:r>
                        <a:rPr lang="en-US" b="1" dirty="0"/>
                        <a:t>HC-SR04 )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917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mmWave</a:t>
                      </a:r>
                      <a:r>
                        <a:rPr lang="en-US" dirty="0"/>
                        <a:t> Radar / LiDAR </a:t>
                      </a:r>
                      <a:r>
                        <a:rPr lang="en-US" b="1" dirty="0"/>
                        <a:t>(Garmin LIDAR-Lite v3)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(Optional)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633925"/>
                  </a:ext>
                </a:extLst>
              </a:tr>
            </a:tbl>
          </a:graphicData>
        </a:graphic>
      </p:graphicFrame>
      <p:pic>
        <p:nvPicPr>
          <p:cNvPr id="17410" name="Picture 2" descr="MTF-01P – MicoAir Tech Store">
            <a:extLst>
              <a:ext uri="{FF2B5EF4-FFF2-40B4-BE49-F238E27FC236}">
                <a16:creationId xmlns:a16="http://schemas.microsoft.com/office/drawing/2014/main" id="{D3B487EB-979E-AE5D-18AA-C26625FFA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142" y="18574"/>
            <a:ext cx="34131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83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2332-05C7-546D-B69F-BA2F360F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Accessories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D7728-EFFE-487D-268D-839E72935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392949"/>
              </p:ext>
            </p:extLst>
          </p:nvPr>
        </p:nvGraphicFramePr>
        <p:xfrm>
          <a:off x="504568" y="2281233"/>
          <a:ext cx="6835346" cy="3301999"/>
        </p:xfrm>
        <a:graphic>
          <a:graphicData uri="http://schemas.openxmlformats.org/drawingml/2006/table">
            <a:tbl>
              <a:tblPr/>
              <a:tblGrid>
                <a:gridCol w="3417673">
                  <a:extLst>
                    <a:ext uri="{9D8B030D-6E8A-4147-A177-3AD203B41FA5}">
                      <a16:colId xmlns:a16="http://schemas.microsoft.com/office/drawing/2014/main" val="882889485"/>
                    </a:ext>
                  </a:extLst>
                </a:gridCol>
                <a:gridCol w="3417673">
                  <a:extLst>
                    <a:ext uri="{9D8B030D-6E8A-4147-A177-3AD203B41FA5}">
                      <a16:colId xmlns:a16="http://schemas.microsoft.com/office/drawing/2014/main" val="2016595032"/>
                    </a:ext>
                  </a:extLst>
                </a:gridCol>
              </a:tblGrid>
              <a:tr h="471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9005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LiPo Battery 4s (</a:t>
                      </a:r>
                      <a:r>
                        <a:rPr lang="en-US" dirty="0" err="1"/>
                        <a:t>tattu</a:t>
                      </a:r>
                      <a:r>
                        <a:rPr lang="en-US" dirty="0"/>
                        <a:t> R-Line Version 5.0 850mAh)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1–2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96724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Radio (</a:t>
                      </a:r>
                      <a:r>
                        <a:rPr lang="en-US" dirty="0" err="1"/>
                        <a:t>Radiomaster</a:t>
                      </a:r>
                      <a:r>
                        <a:rPr lang="en-US" dirty="0"/>
                        <a:t> Boxer)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286125"/>
                  </a:ext>
                </a:extLst>
              </a:tr>
              <a:tr h="1179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FPV Goggles (</a:t>
                      </a:r>
                      <a:r>
                        <a:rPr lang="en-US" dirty="0" err="1"/>
                        <a:t>HDZero</a:t>
                      </a:r>
                      <a:r>
                        <a:rPr lang="en-US" dirty="0"/>
                        <a:t> Box pro+)</a:t>
                      </a:r>
                    </a:p>
                    <a:p>
                      <a:pPr>
                        <a:buNone/>
                      </a:pPr>
                      <a:r>
                        <a:rPr lang="en-US" dirty="0" err="1"/>
                        <a:t>RubyFPV</a:t>
                      </a:r>
                      <a:r>
                        <a:rPr lang="en-US" dirty="0"/>
                        <a:t> VRX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580307"/>
                  </a:ext>
                </a:extLst>
              </a:tr>
            </a:tbl>
          </a:graphicData>
        </a:graphic>
      </p:graphicFrame>
      <p:pic>
        <p:nvPicPr>
          <p:cNvPr id="18434" name="Picture 2" descr="My OpenIPC &amp; RubyFPV VRX Case Radxa Zero 3W V2 by Александр Зацепин |  Download free STL model | Printables.com">
            <a:extLst>
              <a:ext uri="{FF2B5EF4-FFF2-40B4-BE49-F238E27FC236}">
                <a16:creationId xmlns:a16="http://schemas.microsoft.com/office/drawing/2014/main" id="{A653284F-D221-0004-8E2A-51C3CF6CB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056" y="1690688"/>
            <a:ext cx="5854171" cy="33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820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9C567B-3688-5454-6C56-7AC01F38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Fasteners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59BC-5BB0-3AAD-88F3-50D5200AE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r>
              <a:rPr lang="en-US" sz="1100" b="1">
                <a:solidFill>
                  <a:schemeClr val="bg1"/>
                </a:solidFill>
              </a:rPr>
              <a:t>Frame Assembly</a:t>
            </a:r>
          </a:p>
          <a:p>
            <a:r>
              <a:rPr lang="en-US" sz="1100">
                <a:solidFill>
                  <a:schemeClr val="bg1"/>
                </a:solidFill>
              </a:rPr>
              <a:t>M3 x 8mm → 16 pcs</a:t>
            </a:r>
          </a:p>
          <a:p>
            <a:r>
              <a:rPr lang="en-US" sz="1100">
                <a:solidFill>
                  <a:schemeClr val="bg1"/>
                </a:solidFill>
              </a:rPr>
              <a:t>M3 x 10mm → 8 pcs</a:t>
            </a:r>
          </a:p>
          <a:p>
            <a:r>
              <a:rPr lang="en-US" sz="1100">
                <a:solidFill>
                  <a:schemeClr val="bg1"/>
                </a:solidFill>
              </a:rPr>
              <a:t>M3 nuts → 24 pcs</a:t>
            </a:r>
          </a:p>
          <a:p>
            <a:r>
              <a:rPr lang="en-US" sz="1100">
                <a:solidFill>
                  <a:schemeClr val="bg1"/>
                </a:solidFill>
              </a:rPr>
              <a:t>M3 washers → 24 pcs</a:t>
            </a:r>
          </a:p>
          <a:p>
            <a:r>
              <a:rPr lang="en-US" sz="1100" b="1">
                <a:solidFill>
                  <a:schemeClr val="bg1"/>
                </a:solidFill>
              </a:rPr>
              <a:t>Motors</a:t>
            </a:r>
          </a:p>
          <a:p>
            <a:r>
              <a:rPr lang="en-US" sz="1100">
                <a:solidFill>
                  <a:schemeClr val="bg1"/>
                </a:solidFill>
              </a:rPr>
              <a:t>M2 x 6mm → 16 pcs</a:t>
            </a:r>
          </a:p>
          <a:p>
            <a:r>
              <a:rPr lang="en-US" sz="1100" b="1">
                <a:solidFill>
                  <a:schemeClr val="bg1"/>
                </a:solidFill>
              </a:rPr>
              <a:t>Flight Controller Stack</a:t>
            </a:r>
          </a:p>
          <a:p>
            <a:r>
              <a:rPr lang="en-US" sz="1100">
                <a:solidFill>
                  <a:schemeClr val="bg1"/>
                </a:solidFill>
              </a:rPr>
              <a:t>M3 x 20mm standoffs → 4 pcs</a:t>
            </a:r>
          </a:p>
          <a:p>
            <a:r>
              <a:rPr lang="en-US" sz="1100">
                <a:solidFill>
                  <a:schemeClr val="bg1"/>
                </a:solidFill>
              </a:rPr>
              <a:t>M3 x 6mm screws → 4 pcs</a:t>
            </a:r>
          </a:p>
          <a:p>
            <a:r>
              <a:rPr lang="en-US" sz="1100">
                <a:solidFill>
                  <a:schemeClr val="bg1"/>
                </a:solidFill>
              </a:rPr>
              <a:t>Rubber dampers → 4 pcs</a:t>
            </a:r>
          </a:p>
          <a:p>
            <a:r>
              <a:rPr lang="en-US" sz="1100" b="1">
                <a:solidFill>
                  <a:schemeClr val="bg1"/>
                </a:solidFill>
              </a:rPr>
              <a:t>Raspberry Pi Mount</a:t>
            </a:r>
          </a:p>
          <a:p>
            <a:r>
              <a:rPr lang="en-US" sz="1100">
                <a:solidFill>
                  <a:schemeClr val="bg1"/>
                </a:solidFill>
              </a:rPr>
              <a:t>M2.5 x 6mm → 4 pcs</a:t>
            </a:r>
          </a:p>
          <a:p>
            <a:r>
              <a:rPr lang="en-US" sz="1100">
                <a:solidFill>
                  <a:schemeClr val="bg1"/>
                </a:solidFill>
              </a:rPr>
              <a:t>M2.5 standoffs → 4 pcs</a:t>
            </a:r>
          </a:p>
          <a:p>
            <a:r>
              <a:rPr lang="en-US" sz="1100" b="1">
                <a:solidFill>
                  <a:schemeClr val="bg1"/>
                </a:solidFill>
              </a:rPr>
              <a:t>Camera Mount</a:t>
            </a:r>
          </a:p>
          <a:p>
            <a:r>
              <a:rPr lang="en-US" sz="1100">
                <a:solidFill>
                  <a:schemeClr val="bg1"/>
                </a:solidFill>
              </a:rPr>
              <a:t>M2 x 5mm → 4 pcs</a:t>
            </a:r>
          </a:p>
          <a:p>
            <a:r>
              <a:rPr lang="en-US" sz="1100" b="1">
                <a:solidFill>
                  <a:schemeClr val="bg1"/>
                </a:solidFill>
              </a:rPr>
              <a:t>Extras</a:t>
            </a:r>
          </a:p>
          <a:p>
            <a:r>
              <a:rPr lang="en-US" sz="1100">
                <a:solidFill>
                  <a:schemeClr val="bg1"/>
                </a:solidFill>
              </a:rPr>
              <a:t>Zip ties → 25 pcs</a:t>
            </a:r>
          </a:p>
          <a:p>
            <a:r>
              <a:rPr lang="en-US" sz="1100">
                <a:solidFill>
                  <a:schemeClr val="bg1"/>
                </a:solidFill>
              </a:rPr>
              <a:t>Velcro straps → 3 pcs</a:t>
            </a:r>
          </a:p>
          <a:p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005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B4F35D-ABC0-089A-4620-F42B586B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CAAA9E-771C-429D-8D18-9702F4B0D2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2152" y="630936"/>
            <a:ext cx="4978592" cy="5626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Moves beyond manual drones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intelligent autonomous system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Combines: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Robotics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Embedded systems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 potential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smart monitoring applications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888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mall drone with a small device&#10;&#10;AI-generated content may be incorrect.">
            <a:extLst>
              <a:ext uri="{FF2B5EF4-FFF2-40B4-BE49-F238E27FC236}">
                <a16:creationId xmlns:a16="http://schemas.microsoft.com/office/drawing/2014/main" id="{1FB28CEF-1D33-8178-734E-795DB48F8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434" y="1086664"/>
            <a:ext cx="4834581" cy="4684672"/>
          </a:xfrm>
        </p:spPr>
      </p:pic>
    </p:spTree>
    <p:extLst>
      <p:ext uri="{BB962C8B-B14F-4D97-AF65-F5344CB8AC3E}">
        <p14:creationId xmlns:p14="http://schemas.microsoft.com/office/powerpoint/2010/main" val="3115852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</TotalTime>
  <Words>787</Words>
  <Application>Microsoft Macintosh PowerPoint</Application>
  <PresentationFormat>Widescreen</PresentationFormat>
  <Paragraphs>210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Office Theme</vt:lpstr>
      <vt:lpstr>Autonomous Drone System Using Computer Vision</vt:lpstr>
      <vt:lpstr>Project Focus</vt:lpstr>
      <vt:lpstr>Problem</vt:lpstr>
      <vt:lpstr>Solution</vt:lpstr>
      <vt:lpstr>Core System Architecture </vt:lpstr>
      <vt:lpstr>How Autonomous Flight Works</vt:lpstr>
      <vt:lpstr>Computer Vision Capabilities</vt:lpstr>
      <vt:lpstr>Autonomous Navigation Stack</vt:lpstr>
      <vt:lpstr>Software Stack</vt:lpstr>
      <vt:lpstr>Example Use Cases</vt:lpstr>
      <vt:lpstr>Key Challenges</vt:lpstr>
      <vt:lpstr>Future Improvements</vt:lpstr>
      <vt:lpstr>Responsibilities </vt:lpstr>
      <vt:lpstr>Time Line </vt:lpstr>
      <vt:lpstr>Major Project Deliverables </vt:lpstr>
      <vt:lpstr>Bill of materials </vt:lpstr>
      <vt:lpstr>Flight &amp; Control</vt:lpstr>
      <vt:lpstr>Navigation &amp; Autonomy Sensors</vt:lpstr>
      <vt:lpstr>Accessories </vt:lpstr>
      <vt:lpstr>Fasteners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bradley.johnson4-W214604308</dc:creator>
  <cp:lastModifiedBy>bradley.johnson4-W214604308</cp:lastModifiedBy>
  <cp:revision>1</cp:revision>
  <dcterms:created xsi:type="dcterms:W3CDTF">2026-03-17T16:33:02Z</dcterms:created>
  <dcterms:modified xsi:type="dcterms:W3CDTF">2026-03-17T17:41:45Z</dcterms:modified>
</cp:coreProperties>
</file>